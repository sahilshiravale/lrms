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1"/>
  </p:notesMasterIdLst>
  <p:handoutMasterIdLst>
    <p:handoutMasterId r:id="rId12"/>
  </p:handoutMasterIdLst>
  <p:sldIdLst>
    <p:sldId id="256" r:id="rId5"/>
    <p:sldId id="257" r:id="rId6"/>
    <p:sldId id="286" r:id="rId7"/>
    <p:sldId id="287" r:id="rId8"/>
    <p:sldId id="288" r:id="rId9"/>
    <p:sldId id="269"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03350"/>
    <a:srgbClr val="0C4360"/>
    <a:srgbClr val="1B6872"/>
    <a:srgbClr val="63B7C6"/>
    <a:srgbClr val="002136"/>
    <a:srgbClr val="0C75AC"/>
    <a:srgbClr val="00243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3" autoAdjust="0"/>
    <p:restoredTop sz="94660"/>
  </p:normalViewPr>
  <p:slideViewPr>
    <p:cSldViewPr snapToGrid="0">
      <p:cViewPr varScale="1">
        <p:scale>
          <a:sx n="80" d="100"/>
          <a:sy n="80" d="100"/>
        </p:scale>
        <p:origin x="100" y="80"/>
      </p:cViewPr>
      <p:guideLst>
        <p:guide orient="horz" pos="2160"/>
        <p:guide pos="3840"/>
      </p:guideLst>
    </p:cSldViewPr>
  </p:slid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iravale, Sahil (Cognizant)" userId="7994c84c-23f1-4e93-aa07-d94b261d8b9d" providerId="ADAL" clId="{BBB3D62B-DFDC-4FA4-BA03-20B2B3E22788}"/>
    <pc:docChg chg="modSld">
      <pc:chgData name="Shiravale, Sahil (Cognizant)" userId="7994c84c-23f1-4e93-aa07-d94b261d8b9d" providerId="ADAL" clId="{BBB3D62B-DFDC-4FA4-BA03-20B2B3E22788}" dt="2025-12-16T15:40:31.334" v="5" actId="1038"/>
      <pc:docMkLst>
        <pc:docMk/>
      </pc:docMkLst>
      <pc:sldChg chg="modSp mod">
        <pc:chgData name="Shiravale, Sahil (Cognizant)" userId="7994c84c-23f1-4e93-aa07-d94b261d8b9d" providerId="ADAL" clId="{BBB3D62B-DFDC-4FA4-BA03-20B2B3E22788}" dt="2025-12-16T11:20:47.208" v="4" actId="20577"/>
        <pc:sldMkLst>
          <pc:docMk/>
          <pc:sldMk cId="429771863" sldId="269"/>
        </pc:sldMkLst>
        <pc:spChg chg="mod">
          <ac:chgData name="Shiravale, Sahil (Cognizant)" userId="7994c84c-23f1-4e93-aa07-d94b261d8b9d" providerId="ADAL" clId="{BBB3D62B-DFDC-4FA4-BA03-20B2B3E22788}" dt="2025-12-16T11:20:47.208" v="4" actId="20577"/>
          <ac:spMkLst>
            <pc:docMk/>
            <pc:sldMk cId="429771863" sldId="269"/>
            <ac:spMk id="2" creationId="{632BE5BF-9922-45FB-8F3F-4446D40A051B}"/>
          </ac:spMkLst>
        </pc:spChg>
      </pc:sldChg>
      <pc:sldChg chg="modSp mod">
        <pc:chgData name="Shiravale, Sahil (Cognizant)" userId="7994c84c-23f1-4e93-aa07-d94b261d8b9d" providerId="ADAL" clId="{BBB3D62B-DFDC-4FA4-BA03-20B2B3E22788}" dt="2025-12-16T15:40:31.334" v="5" actId="1038"/>
        <pc:sldMkLst>
          <pc:docMk/>
          <pc:sldMk cId="1275753197" sldId="287"/>
        </pc:sldMkLst>
        <pc:spChg chg="mod">
          <ac:chgData name="Shiravale, Sahil (Cognizant)" userId="7994c84c-23f1-4e93-aa07-d94b261d8b9d" providerId="ADAL" clId="{BBB3D62B-DFDC-4FA4-BA03-20B2B3E22788}" dt="2025-12-16T15:40:31.334" v="5" actId="1038"/>
          <ac:spMkLst>
            <pc:docMk/>
            <pc:sldMk cId="1275753197" sldId="287"/>
            <ac:spMk id="6" creationId="{0534C765-E0AE-5C2B-03AE-D061F071D64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62FF6B6-4F8A-40F7-B5F4-FC3996824D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8910A999-F365-48DF-976A-0517FE04544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CA5457B-CDAE-4DEB-AEC8-C82DE2312E37}" type="datetimeFigureOut">
              <a:rPr lang="en-US" smtClean="0"/>
              <a:t>12/16/2025</a:t>
            </a:fld>
            <a:endParaRPr lang="en-US" dirty="0"/>
          </a:p>
        </p:txBody>
      </p:sp>
      <p:sp>
        <p:nvSpPr>
          <p:cNvPr id="4" name="Footer Placeholder 3">
            <a:extLst>
              <a:ext uri="{FF2B5EF4-FFF2-40B4-BE49-F238E27FC236}">
                <a16:creationId xmlns:a16="http://schemas.microsoft.com/office/drawing/2014/main" id="{F8735C90-ADBF-4B9E-BE88-E1C8F83EB4D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2506A01-6D0A-45EF-A584-05A3361D66F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831430A-4AA4-45C8-AC23-CD6B61C41A4C}" type="slidenum">
              <a:rPr lang="en-US" smtClean="0"/>
              <a:t>‹#›</a:t>
            </a:fld>
            <a:endParaRPr lang="en-US" dirty="0"/>
          </a:p>
        </p:txBody>
      </p:sp>
    </p:spTree>
    <p:extLst>
      <p:ext uri="{BB962C8B-B14F-4D97-AF65-F5344CB8AC3E}">
        <p14:creationId xmlns:p14="http://schemas.microsoft.com/office/powerpoint/2010/main" val="10599009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0B78EA-28CE-41D8-9043-90E391E5F567}" type="datetimeFigureOut">
              <a:rPr lang="en-US" noProof="0" smtClean="0"/>
              <a:t>12/16/2025</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34D747-9380-41EE-9946-EC9EC0CA5D1E}" type="slidenum">
              <a:rPr lang="en-US" noProof="0" smtClean="0"/>
              <a:t>‹#›</a:t>
            </a:fld>
            <a:endParaRPr lang="en-US" noProof="0" dirty="0"/>
          </a:p>
        </p:txBody>
      </p:sp>
    </p:spTree>
    <p:extLst>
      <p:ext uri="{BB962C8B-B14F-4D97-AF65-F5344CB8AC3E}">
        <p14:creationId xmlns:p14="http://schemas.microsoft.com/office/powerpoint/2010/main" val="3827727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7" name="Group 6">
            <a:extLst>
              <a:ext uri="{FF2B5EF4-FFF2-40B4-BE49-F238E27FC236}">
                <a16:creationId xmlns:a16="http://schemas.microsoft.com/office/drawing/2014/main" id="{4CA15AFD-4983-47DD-9ED0-D3B27E5A096F}"/>
              </a:ext>
            </a:extLst>
          </p:cNvPr>
          <p:cNvGrpSpPr/>
          <p:nvPr userDrawn="1"/>
        </p:nvGrpSpPr>
        <p:grpSpPr>
          <a:xfrm>
            <a:off x="-1604709" y="-3756"/>
            <a:ext cx="13796710" cy="6861756"/>
            <a:chOff x="-1604709" y="-3756"/>
            <a:chExt cx="13796710" cy="6861756"/>
          </a:xfrm>
        </p:grpSpPr>
        <p:grpSp>
          <p:nvGrpSpPr>
            <p:cNvPr id="8" name="Group 7">
              <a:extLst>
                <a:ext uri="{FF2B5EF4-FFF2-40B4-BE49-F238E27FC236}">
                  <a16:creationId xmlns:a16="http://schemas.microsoft.com/office/drawing/2014/main" id="{2222D5E2-E9B4-4180-98B8-4E514C9ADB28}"/>
                </a:ext>
              </a:extLst>
            </p:cNvPr>
            <p:cNvGrpSpPr/>
            <p:nvPr/>
          </p:nvGrpSpPr>
          <p:grpSpPr>
            <a:xfrm>
              <a:off x="-16298" y="0"/>
              <a:ext cx="12208299" cy="6858000"/>
              <a:chOff x="-16298" y="0"/>
              <a:chExt cx="12208299" cy="6858000"/>
            </a:xfrm>
          </p:grpSpPr>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Right Triangle 16">
                <a:extLst>
                  <a:ext uri="{FF2B5EF4-FFF2-40B4-BE49-F238E27FC236}">
                    <a16:creationId xmlns:a16="http://schemas.microsoft.com/office/drawing/2014/main" id="{8DCD5806-2A2F-4ABF-8057-245681C498E6}"/>
                  </a:ext>
                </a:extLst>
              </p:cNvPr>
              <p:cNvSpPr/>
              <p:nvPr/>
            </p:nvSpPr>
            <p:spPr>
              <a:xfrm rot="16200000" flipH="1" flipV="1">
                <a:off x="24625" y="-4746"/>
                <a:ext cx="2819399" cy="2828891"/>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Triangle 17">
                <a:extLst>
                  <a:ext uri="{FF2B5EF4-FFF2-40B4-BE49-F238E27FC236}">
                    <a16:creationId xmlns:a16="http://schemas.microsoft.com/office/drawing/2014/main" id="{3A93038F-E9E4-4FFD-B3DF-28DB7C2C1490}"/>
                  </a:ext>
                </a:extLst>
              </p:cNvPr>
              <p:cNvSpPr/>
              <p:nvPr/>
            </p:nvSpPr>
            <p:spPr>
              <a:xfrm rot="16200000" flipH="1" flipV="1">
                <a:off x="4418" y="-4422"/>
                <a:ext cx="2627088" cy="263593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ight Triangle 18">
                <a:extLst>
                  <a:ext uri="{FF2B5EF4-FFF2-40B4-BE49-F238E27FC236}">
                    <a16:creationId xmlns:a16="http://schemas.microsoft.com/office/drawing/2014/main" id="{5DEA1E02-BBD0-4AE3-AF22-433B90272178}"/>
                  </a:ext>
                </a:extLst>
              </p:cNvPr>
              <p:cNvSpPr/>
              <p:nvPr/>
            </p:nvSpPr>
            <p:spPr>
              <a:xfrm rot="16200000" flipH="1" flipV="1">
                <a:off x="-12263" y="-4034"/>
                <a:ext cx="2397087" cy="2405158"/>
              </a:xfrm>
              <a:prstGeom prst="rtTriangle">
                <a:avLst/>
              </a:prstGeom>
              <a:solidFill>
                <a:schemeClr val="accent2">
                  <a:alpha val="4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9" name="Freeform: Shape 12">
              <a:extLst>
                <a:ext uri="{FF2B5EF4-FFF2-40B4-BE49-F238E27FC236}">
                  <a16:creationId xmlns:a16="http://schemas.microsoft.com/office/drawing/2014/main" id="{E3AAB79D-382D-4A95-965E-526B6A681DA7}"/>
                </a:ext>
              </a:extLst>
            </p:cNvPr>
            <p:cNvSpPr/>
            <p:nvPr/>
          </p:nvSpPr>
          <p:spPr>
            <a:xfrm rot="18900000" flipH="1">
              <a:off x="-1604709" y="1397837"/>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C0A22127-2B4A-4B15-B0A9-F019A30347A1}"/>
                </a:ext>
              </a:extLst>
            </p:cNvPr>
            <p:cNvSpPr/>
            <p:nvPr/>
          </p:nvSpPr>
          <p:spPr>
            <a:xfrm rot="18900000">
              <a:off x="-861777" y="-3756"/>
              <a:ext cx="2676646" cy="1356876"/>
            </a:xfrm>
            <a:custGeom>
              <a:avLst/>
              <a:gdLst>
                <a:gd name="connsiteX0" fmla="*/ 1319770 w 2676646"/>
                <a:gd name="connsiteY0" fmla="*/ 0 h 1356876"/>
                <a:gd name="connsiteX1" fmla="*/ 2676646 w 2676646"/>
                <a:gd name="connsiteY1" fmla="*/ 1356876 h 1356876"/>
                <a:gd name="connsiteX2" fmla="*/ 0 w 2676646"/>
                <a:gd name="connsiteY2" fmla="*/ 1356876 h 1356876"/>
                <a:gd name="connsiteX3" fmla="*/ 0 w 2676646"/>
                <a:gd name="connsiteY3" fmla="*/ 1319770 h 1356876"/>
              </a:gdLst>
              <a:ahLst/>
              <a:cxnLst>
                <a:cxn ang="0">
                  <a:pos x="connsiteX0" y="connsiteY0"/>
                </a:cxn>
                <a:cxn ang="0">
                  <a:pos x="connsiteX1" y="connsiteY1"/>
                </a:cxn>
                <a:cxn ang="0">
                  <a:pos x="connsiteX2" y="connsiteY2"/>
                </a:cxn>
                <a:cxn ang="0">
                  <a:pos x="connsiteX3" y="connsiteY3"/>
                </a:cxn>
              </a:cxnLst>
              <a:rect l="l" t="t" r="r" b="b"/>
              <a:pathLst>
                <a:path w="2676646" h="1356876">
                  <a:moveTo>
                    <a:pt x="1319770" y="0"/>
                  </a:moveTo>
                  <a:lnTo>
                    <a:pt x="2676646" y="1356876"/>
                  </a:lnTo>
                  <a:lnTo>
                    <a:pt x="0" y="1356876"/>
                  </a:lnTo>
                  <a:lnTo>
                    <a:pt x="0" y="1319770"/>
                  </a:lnTo>
                  <a:close/>
                </a:path>
              </a:pathLst>
            </a:custGeom>
            <a:pattFill prst="wdUpDiag">
              <a:fgClr>
                <a:schemeClr val="accent2"/>
              </a:fgClr>
              <a:bgClr>
                <a:schemeClr val="accent1"/>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1" name="Freeform: Shape 12">
              <a:extLst>
                <a:ext uri="{FF2B5EF4-FFF2-40B4-BE49-F238E27FC236}">
                  <a16:creationId xmlns:a16="http://schemas.microsoft.com/office/drawing/2014/main" id="{F04D9FDC-1B67-4254-9535-CD32E81F0C3E}"/>
                </a:ext>
              </a:extLst>
            </p:cNvPr>
            <p:cNvSpPr/>
            <p:nvPr/>
          </p:nvSpPr>
          <p:spPr>
            <a:xfrm rot="13500000">
              <a:off x="-1226102" y="1737462"/>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12" name="Group 11">
              <a:extLst>
                <a:ext uri="{FF2B5EF4-FFF2-40B4-BE49-F238E27FC236}">
                  <a16:creationId xmlns:a16="http://schemas.microsoft.com/office/drawing/2014/main" id="{0A86C4EA-4CF8-4531-845D-4FCB1E2F7422}"/>
                </a:ext>
              </a:extLst>
            </p:cNvPr>
            <p:cNvGrpSpPr/>
            <p:nvPr/>
          </p:nvGrpSpPr>
          <p:grpSpPr>
            <a:xfrm>
              <a:off x="-760406" y="4672937"/>
              <a:ext cx="1520812" cy="1520812"/>
              <a:chOff x="-1604709" y="3012880"/>
              <a:chExt cx="3211378" cy="3211378"/>
            </a:xfrm>
          </p:grpSpPr>
          <p:sp>
            <p:nvSpPr>
              <p:cNvPr id="13" name="Freeform: Shape 12">
                <a:extLst>
                  <a:ext uri="{FF2B5EF4-FFF2-40B4-BE49-F238E27FC236}">
                    <a16:creationId xmlns:a16="http://schemas.microsoft.com/office/drawing/2014/main" id="{1101B195-C112-4D20-8D19-4D22479B150D}"/>
                  </a:ext>
                </a:extLst>
              </p:cNvPr>
              <p:cNvSpPr/>
              <p:nvPr/>
            </p:nvSpPr>
            <p:spPr>
              <a:xfrm rot="18900000" flipH="1">
                <a:off x="-1604709" y="3012880"/>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Freeform: Shape 12">
                <a:extLst>
                  <a:ext uri="{FF2B5EF4-FFF2-40B4-BE49-F238E27FC236}">
                    <a16:creationId xmlns:a16="http://schemas.microsoft.com/office/drawing/2014/main" id="{CA755F1F-9955-4CBB-8F34-F7801CA44CE7}"/>
                  </a:ext>
                </a:extLst>
              </p:cNvPr>
              <p:cNvSpPr/>
              <p:nvPr/>
            </p:nvSpPr>
            <p:spPr>
              <a:xfrm rot="13500000">
                <a:off x="-1226102" y="3352505"/>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sp>
        <p:nvSpPr>
          <p:cNvPr id="2" name="Title 1">
            <a:extLst>
              <a:ext uri="{FF2B5EF4-FFF2-40B4-BE49-F238E27FC236}">
                <a16:creationId xmlns:a16="http://schemas.microsoft.com/office/drawing/2014/main" id="{9E597736-C478-4C26-9BAF-205FE31E977C}"/>
              </a:ext>
            </a:extLst>
          </p:cNvPr>
          <p:cNvSpPr>
            <a:spLocks noGrp="1"/>
          </p:cNvSpPr>
          <p:nvPr>
            <p:ph type="ctrTitle" hasCustomPrompt="1"/>
          </p:nvPr>
        </p:nvSpPr>
        <p:spPr>
          <a:xfrm>
            <a:off x="2761488" y="2395728"/>
            <a:ext cx="7077456" cy="1243584"/>
          </a:xfrm>
        </p:spPr>
        <p:txBody>
          <a:bodyPr vert="horz" lIns="91440" tIns="45720" rIns="91440" bIns="45720" rtlCol="0" anchor="b">
            <a:noAutofit/>
          </a:bodyPr>
          <a:lstStyle>
            <a:lvl1pPr>
              <a:defRPr lang="en-GB" sz="6600" b="1" dirty="0">
                <a:solidFill>
                  <a:schemeClr val="accent2"/>
                </a:solidFill>
                <a:latin typeface="+mj-lt"/>
                <a:ea typeface="Tahoma" panose="020B0604030504040204" pitchFamily="34" charset="0"/>
                <a:cs typeface="Tahoma" panose="020B0604030504040204" pitchFamily="34" charset="0"/>
              </a:defRPr>
            </a:lvl1pPr>
          </a:lstStyle>
          <a:p>
            <a:pPr lvl="0"/>
            <a:r>
              <a:rPr lang="en-US" noProof="0"/>
              <a:t>TITLE</a:t>
            </a:r>
          </a:p>
        </p:txBody>
      </p:sp>
      <p:sp>
        <p:nvSpPr>
          <p:cNvPr id="3" name="Subtitle 2">
            <a:extLst>
              <a:ext uri="{FF2B5EF4-FFF2-40B4-BE49-F238E27FC236}">
                <a16:creationId xmlns:a16="http://schemas.microsoft.com/office/drawing/2014/main" id="{C3D2DEF0-A0B0-4CFE-B67D-A9D75E2368DC}"/>
              </a:ext>
            </a:extLst>
          </p:cNvPr>
          <p:cNvSpPr>
            <a:spLocks noGrp="1"/>
          </p:cNvSpPr>
          <p:nvPr>
            <p:ph type="subTitle" idx="1"/>
          </p:nvPr>
        </p:nvSpPr>
        <p:spPr>
          <a:xfrm>
            <a:off x="2761488" y="3721608"/>
            <a:ext cx="7077456" cy="868680"/>
          </a:xfrm>
        </p:spPr>
        <p:txBody>
          <a:bodyPr vert="horz" lIns="91440" tIns="45720" rIns="91440" bIns="45720" rtlCol="0">
            <a:normAutofit/>
          </a:bodyPr>
          <a:lstStyle>
            <a:lvl1pPr marL="0" indent="0">
              <a:buNone/>
              <a:defRPr lang="en-GB" sz="1800" spc="300" dirty="0">
                <a:solidFill>
                  <a:schemeClr val="bg1"/>
                </a:solidFill>
                <a:latin typeface="+mn-lt"/>
                <a:cs typeface="Arial" panose="020B0604020202020204" pitchFamily="34" charset="0"/>
              </a:defRPr>
            </a:lvl1pPr>
          </a:lstStyle>
          <a:p>
            <a:pPr marL="228600" lvl="0" indent="-228600"/>
            <a:r>
              <a:rPr lang="en-US" noProof="0"/>
              <a:t>Click to edit Master subtitle style</a:t>
            </a:r>
          </a:p>
        </p:txBody>
      </p:sp>
    </p:spTree>
    <p:extLst>
      <p:ext uri="{BB962C8B-B14F-4D97-AF65-F5344CB8AC3E}">
        <p14:creationId xmlns:p14="http://schemas.microsoft.com/office/powerpoint/2010/main" val="4369596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2838D16-809E-4EB1-8C0C-0E63D8139112}"/>
              </a:ext>
            </a:extLst>
          </p:cNvPr>
          <p:cNvSpPr/>
          <p:nvPr userDrawn="1"/>
        </p:nvSpPr>
        <p:spPr>
          <a:xfrm>
            <a:off x="0" y="0"/>
            <a:ext cx="12192000" cy="6858000"/>
          </a:xfrm>
          <a:prstGeom prst="rect">
            <a:avLst/>
          </a:prstGeom>
          <a:solidFill>
            <a:srgbClr val="0C43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01FEB333-94B4-4E53-9019-D584810903BB}"/>
              </a:ext>
            </a:extLst>
          </p:cNvPr>
          <p:cNvSpPr/>
          <p:nvPr userDrawn="1"/>
        </p:nvSpPr>
        <p:spPr>
          <a:xfrm>
            <a:off x="0" y="0"/>
            <a:ext cx="12192000" cy="6862745"/>
          </a:xfrm>
          <a:custGeom>
            <a:avLst/>
            <a:gdLst>
              <a:gd name="connsiteX0" fmla="*/ 0 w 12192000"/>
              <a:gd name="connsiteY0" fmla="*/ 0 h 6849743"/>
              <a:gd name="connsiteX1" fmla="*/ 7554712 w 12192000"/>
              <a:gd name="connsiteY1" fmla="*/ 0 h 6849743"/>
              <a:gd name="connsiteX2" fmla="*/ 10266645 w 12192000"/>
              <a:gd name="connsiteY2" fmla="*/ 2711934 h 6849743"/>
              <a:gd name="connsiteX3" fmla="*/ 11289529 w 12192000"/>
              <a:gd name="connsiteY3" fmla="*/ 2711934 h 6849743"/>
              <a:gd name="connsiteX4" fmla="*/ 12191999 w 12192000"/>
              <a:gd name="connsiteY4" fmla="*/ 3614404 h 6849743"/>
              <a:gd name="connsiteX5" fmla="*/ 12192000 w 12192000"/>
              <a:gd name="connsiteY5" fmla="*/ 6849743 h 6849743"/>
              <a:gd name="connsiteX6" fmla="*/ 0 w 12192000"/>
              <a:gd name="connsiteY6" fmla="*/ 6849743 h 6849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6849743">
                <a:moveTo>
                  <a:pt x="0" y="0"/>
                </a:moveTo>
                <a:lnTo>
                  <a:pt x="7554712" y="0"/>
                </a:lnTo>
                <a:lnTo>
                  <a:pt x="10266645" y="2711934"/>
                </a:lnTo>
                <a:lnTo>
                  <a:pt x="11289529" y="2711934"/>
                </a:lnTo>
                <a:lnTo>
                  <a:pt x="12191999" y="3614404"/>
                </a:lnTo>
                <a:lnTo>
                  <a:pt x="12192000" y="6849743"/>
                </a:lnTo>
                <a:lnTo>
                  <a:pt x="0" y="6849743"/>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Freeform: Shape 8">
            <a:extLst>
              <a:ext uri="{FF2B5EF4-FFF2-40B4-BE49-F238E27FC236}">
                <a16:creationId xmlns:a16="http://schemas.microsoft.com/office/drawing/2014/main" id="{A59B9489-0CD9-4DB7-AC82-6E7867F91403}"/>
              </a:ext>
            </a:extLst>
          </p:cNvPr>
          <p:cNvSpPr/>
          <p:nvPr userDrawn="1"/>
        </p:nvSpPr>
        <p:spPr>
          <a:xfrm rot="16200000" flipV="1">
            <a:off x="2626805"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ight Triangle 9">
            <a:extLst>
              <a:ext uri="{FF2B5EF4-FFF2-40B4-BE49-F238E27FC236}">
                <a16:creationId xmlns:a16="http://schemas.microsoft.com/office/drawing/2014/main" id="{A55D1C76-C591-4FA5-9780-87AB6B37C0FA}"/>
              </a:ext>
            </a:extLst>
          </p:cNvPr>
          <p:cNvSpPr/>
          <p:nvPr userDrawn="1"/>
        </p:nvSpPr>
        <p:spPr>
          <a:xfrm rot="5400000" flipV="1">
            <a:off x="5851010" y="-10649"/>
            <a:ext cx="6326154" cy="634745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Shape 10">
            <a:extLst>
              <a:ext uri="{FF2B5EF4-FFF2-40B4-BE49-F238E27FC236}">
                <a16:creationId xmlns:a16="http://schemas.microsoft.com/office/drawing/2014/main" id="{A7DC1D12-670F-4235-8791-FA8C2B330871}"/>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Freeform: Shape 11">
            <a:extLst>
              <a:ext uri="{FF2B5EF4-FFF2-40B4-BE49-F238E27FC236}">
                <a16:creationId xmlns:a16="http://schemas.microsoft.com/office/drawing/2014/main" id="{859569CF-FDAC-47C4-A0F5-296F7117C398}"/>
              </a:ext>
            </a:extLst>
          </p:cNvPr>
          <p:cNvSpPr/>
          <p:nvPr userDrawn="1"/>
        </p:nvSpPr>
        <p:spPr>
          <a:xfrm rot="2700000">
            <a:off x="9668984" y="1404392"/>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3" name="Freeform: Shape 12">
            <a:extLst>
              <a:ext uri="{FF2B5EF4-FFF2-40B4-BE49-F238E27FC236}">
                <a16:creationId xmlns:a16="http://schemas.microsoft.com/office/drawing/2014/main" id="{D68D0C72-2B2C-4C85-A091-157853C71784}"/>
              </a:ext>
            </a:extLst>
          </p:cNvPr>
          <p:cNvSpPr/>
          <p:nvPr userDrawn="1"/>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4" name="Freeform: Shape 13">
            <a:extLst>
              <a:ext uri="{FF2B5EF4-FFF2-40B4-BE49-F238E27FC236}">
                <a16:creationId xmlns:a16="http://schemas.microsoft.com/office/drawing/2014/main" id="{8E25334A-5FE3-4DDA-8D32-4796CCFCAA74}"/>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5" name="Freeform: Shape 14">
            <a:extLst>
              <a:ext uri="{FF2B5EF4-FFF2-40B4-BE49-F238E27FC236}">
                <a16:creationId xmlns:a16="http://schemas.microsoft.com/office/drawing/2014/main" id="{18818DF1-D7FD-4C0F-875D-7A07E8F75C06}"/>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nvGrpSpPr>
          <p:cNvPr id="16" name="Group 15">
            <a:extLst>
              <a:ext uri="{FF2B5EF4-FFF2-40B4-BE49-F238E27FC236}">
                <a16:creationId xmlns:a16="http://schemas.microsoft.com/office/drawing/2014/main" id="{8F9BB384-9E14-4CEA-82C1-21837229D3EF}"/>
              </a:ext>
            </a:extLst>
          </p:cNvPr>
          <p:cNvGrpSpPr/>
          <p:nvPr userDrawn="1"/>
        </p:nvGrpSpPr>
        <p:grpSpPr>
          <a:xfrm rot="16200000">
            <a:off x="431651" y="-917359"/>
            <a:ext cx="1532001" cy="1826463"/>
            <a:chOff x="10800164" y="7142066"/>
            <a:chExt cx="2775293" cy="3308724"/>
          </a:xfrm>
        </p:grpSpPr>
        <p:sp>
          <p:nvSpPr>
            <p:cNvPr id="17" name="Freeform: Shape 16">
              <a:extLst>
                <a:ext uri="{FF2B5EF4-FFF2-40B4-BE49-F238E27FC236}">
                  <a16:creationId xmlns:a16="http://schemas.microsoft.com/office/drawing/2014/main" id="{0862A81A-959D-4EAB-90ED-DB20759BB397}"/>
                </a:ext>
              </a:extLst>
            </p:cNvPr>
            <p:cNvSpPr/>
            <p:nvPr/>
          </p:nvSpPr>
          <p:spPr>
            <a:xfrm rot="2700000">
              <a:off x="10800164" y="7675497"/>
              <a:ext cx="2775293"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Freeform: Shape 17">
              <a:extLst>
                <a:ext uri="{FF2B5EF4-FFF2-40B4-BE49-F238E27FC236}">
                  <a16:creationId xmlns:a16="http://schemas.microsoft.com/office/drawing/2014/main" id="{AAB9E28C-9422-42BD-AECE-29B44B5D63E2}"/>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19" name="Group 18">
            <a:extLst>
              <a:ext uri="{FF2B5EF4-FFF2-40B4-BE49-F238E27FC236}">
                <a16:creationId xmlns:a16="http://schemas.microsoft.com/office/drawing/2014/main" id="{2772239B-C46D-4458-BB4B-DDB12FAB0172}"/>
              </a:ext>
            </a:extLst>
          </p:cNvPr>
          <p:cNvGrpSpPr/>
          <p:nvPr userDrawn="1"/>
        </p:nvGrpSpPr>
        <p:grpSpPr>
          <a:xfrm rot="16200000">
            <a:off x="1992859" y="-497210"/>
            <a:ext cx="818398" cy="986162"/>
            <a:chOff x="10945855" y="7317026"/>
            <a:chExt cx="2483924" cy="2993104"/>
          </a:xfrm>
        </p:grpSpPr>
        <p:sp>
          <p:nvSpPr>
            <p:cNvPr id="20" name="Freeform: Shape 19">
              <a:extLst>
                <a:ext uri="{FF2B5EF4-FFF2-40B4-BE49-F238E27FC236}">
                  <a16:creationId xmlns:a16="http://schemas.microsoft.com/office/drawing/2014/main" id="{3C8A2A1A-1FB9-4CA1-B74E-B293187E51AA}"/>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Freeform: Shape 20">
              <a:extLst>
                <a:ext uri="{FF2B5EF4-FFF2-40B4-BE49-F238E27FC236}">
                  <a16:creationId xmlns:a16="http://schemas.microsoft.com/office/drawing/2014/main" id="{DF2B18BA-6B43-40FA-A23B-D894D6AB468B}"/>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 name="Text Placeholder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a:r>
              <a:rPr lang="en-US" noProof="0"/>
              <a:t>Click to edit Master text styles</a:t>
            </a:r>
          </a:p>
        </p:txBody>
      </p:sp>
      <p:sp>
        <p:nvSpPr>
          <p:cNvPr id="22" name="Slide Number Placeholder 4">
            <a:extLst>
              <a:ext uri="{FF2B5EF4-FFF2-40B4-BE49-F238E27FC236}">
                <a16:creationId xmlns:a16="http://schemas.microsoft.com/office/drawing/2014/main" id="{0F332671-6296-47C8-BF26-B2D962F5D03D}"/>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3" name="Title 1">
            <a:extLst>
              <a:ext uri="{FF2B5EF4-FFF2-40B4-BE49-F238E27FC236}">
                <a16:creationId xmlns:a16="http://schemas.microsoft.com/office/drawing/2014/main" id="{7772A652-7229-2B42-B87B-298C31D6F0CB}"/>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a:r>
              <a:rPr lang="en-US" noProof="0"/>
              <a:t>Section Title 01</a:t>
            </a:r>
          </a:p>
        </p:txBody>
      </p:sp>
    </p:spTree>
    <p:extLst>
      <p:ext uri="{BB962C8B-B14F-4D97-AF65-F5344CB8AC3E}">
        <p14:creationId xmlns:p14="http://schemas.microsoft.com/office/powerpoint/2010/main" val="1675197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lt Section Header">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eform: Shape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4" name="Freeform: Shape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Freeform: Shape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6" name="Group 25">
            <a:extLst>
              <a:ext uri="{FF2B5EF4-FFF2-40B4-BE49-F238E27FC236}">
                <a16:creationId xmlns:a16="http://schemas.microsoft.com/office/drawing/2014/main" id="{E9318B2B-E019-4078-9EF0-C9D6281AE31B}"/>
              </a:ext>
            </a:extLst>
          </p:cNvPr>
          <p:cNvGrpSpPr/>
          <p:nvPr userDrawn="1"/>
        </p:nvGrpSpPr>
        <p:grpSpPr>
          <a:xfrm>
            <a:off x="9776075" y="2057401"/>
            <a:ext cx="4413559" cy="3934444"/>
            <a:chOff x="9222437" y="1088097"/>
            <a:chExt cx="5433318" cy="4843502"/>
          </a:xfrm>
        </p:grpSpPr>
        <p:sp>
          <p:nvSpPr>
            <p:cNvPr id="27" name="Freeform: Shape 26">
              <a:extLst>
                <a:ext uri="{FF2B5EF4-FFF2-40B4-BE49-F238E27FC236}">
                  <a16:creationId xmlns:a16="http://schemas.microsoft.com/office/drawing/2014/main" id="{D3E625C0-9656-421F-861F-67C8F93362ED}"/>
                </a:ext>
              </a:extLst>
            </p:cNvPr>
            <p:cNvSpPr/>
            <p:nvPr/>
          </p:nvSpPr>
          <p:spPr>
            <a:xfrm rot="2700000">
              <a:off x="9668983" y="1078460"/>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8" name="Freeform: Shape 27">
              <a:extLst>
                <a:ext uri="{FF2B5EF4-FFF2-40B4-BE49-F238E27FC236}">
                  <a16:creationId xmlns:a16="http://schemas.microsoft.com/office/drawing/2014/main" id="{49F8E490-C6E3-4D00-866F-CD85DD88996E}"/>
                </a:ext>
              </a:extLst>
            </p:cNvPr>
            <p:cNvSpPr/>
            <p:nvPr/>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sp>
        <p:nvSpPr>
          <p:cNvPr id="29" name="Freeform: Shape 28">
            <a:extLst>
              <a:ext uri="{FF2B5EF4-FFF2-40B4-BE49-F238E27FC236}">
                <a16:creationId xmlns:a16="http://schemas.microsoft.com/office/drawing/2014/main" id="{EE8F5B31-1523-46AE-9455-C33DFC1BDDE0}"/>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Shape 29">
            <a:extLst>
              <a:ext uri="{FF2B5EF4-FFF2-40B4-BE49-F238E27FC236}">
                <a16:creationId xmlns:a16="http://schemas.microsoft.com/office/drawing/2014/main" id="{5D17048F-C2E1-4775-BC32-50BD6219F89D}"/>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nvGrpSpPr>
          <p:cNvPr id="31" name="Group 30">
            <a:extLst>
              <a:ext uri="{FF2B5EF4-FFF2-40B4-BE49-F238E27FC236}">
                <a16:creationId xmlns:a16="http://schemas.microsoft.com/office/drawing/2014/main" id="{EAB002AA-4848-49C8-A834-036F860C79A3}"/>
              </a:ext>
            </a:extLst>
          </p:cNvPr>
          <p:cNvGrpSpPr/>
          <p:nvPr userDrawn="1"/>
        </p:nvGrpSpPr>
        <p:grpSpPr>
          <a:xfrm rot="16200000" flipH="1">
            <a:off x="9913705" y="6257994"/>
            <a:ext cx="1052473" cy="1209445"/>
            <a:chOff x="10800165" y="7142066"/>
            <a:chExt cx="2775293" cy="3189215"/>
          </a:xfrm>
        </p:grpSpPr>
        <p:sp>
          <p:nvSpPr>
            <p:cNvPr id="32" name="Freeform: Shape 31">
              <a:extLst>
                <a:ext uri="{FF2B5EF4-FFF2-40B4-BE49-F238E27FC236}">
                  <a16:creationId xmlns:a16="http://schemas.microsoft.com/office/drawing/2014/main" id="{14B187A8-7F8D-469D-A03B-4F835A5746DE}"/>
                </a:ext>
              </a:extLst>
            </p:cNvPr>
            <p:cNvSpPr/>
            <p:nvPr/>
          </p:nvSpPr>
          <p:spPr>
            <a:xfrm rot="2700000">
              <a:off x="10800166" y="7555988"/>
              <a:ext cx="2775292"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Freeform: Shape 32">
              <a:extLst>
                <a:ext uri="{FF2B5EF4-FFF2-40B4-BE49-F238E27FC236}">
                  <a16:creationId xmlns:a16="http://schemas.microsoft.com/office/drawing/2014/main" id="{03D871D1-A11A-48FB-82A8-8D61AB5CB85C}"/>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42374B20-3E42-44AF-BEF1-8AB33067395C}"/>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a:r>
              <a:rPr lang="en-US" noProof="0"/>
              <a:t>Section Title 01</a:t>
            </a:r>
          </a:p>
        </p:txBody>
      </p:sp>
      <p:sp>
        <p:nvSpPr>
          <p:cNvPr id="3" name="Text Placeholder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a:r>
              <a:rPr lang="en-US" noProof="0"/>
              <a:t>Click to edit Master text styles</a:t>
            </a:r>
          </a:p>
        </p:txBody>
      </p:sp>
      <p:sp>
        <p:nvSpPr>
          <p:cNvPr id="35" name="Slide Number Placeholder 4">
            <a:extLst>
              <a:ext uri="{FF2B5EF4-FFF2-40B4-BE49-F238E27FC236}">
                <a16:creationId xmlns:a16="http://schemas.microsoft.com/office/drawing/2014/main" id="{6F73F836-940E-4B65-A29C-D0869263C935}"/>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35114788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Slid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eform: Shape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4" name="Freeform: Shape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Freeform: Shape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 name="Oval 3">
            <a:extLst>
              <a:ext uri="{FF2B5EF4-FFF2-40B4-BE49-F238E27FC236}">
                <a16:creationId xmlns:a16="http://schemas.microsoft.com/office/drawing/2014/main" id="{ECB4C115-EFF9-405C-98BE-F4077B9730D0}"/>
              </a:ext>
            </a:extLst>
          </p:cNvPr>
          <p:cNvSpPr/>
          <p:nvPr userDrawn="1"/>
        </p:nvSpPr>
        <p:spPr>
          <a:xfrm>
            <a:off x="533399" y="914400"/>
            <a:ext cx="1944914" cy="1944914"/>
          </a:xfrm>
          <a:prstGeom prst="ellipse">
            <a:avLst/>
          </a:prstGeom>
          <a:solidFill>
            <a:schemeClr val="accent1">
              <a:lumMod val="50000"/>
            </a:schemeClr>
          </a:solidFill>
          <a:ln w="76200">
            <a:solidFill>
              <a:schemeClr val="accent1">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Title 1">
            <a:extLst>
              <a:ext uri="{FF2B5EF4-FFF2-40B4-BE49-F238E27FC236}">
                <a16:creationId xmlns:a16="http://schemas.microsoft.com/office/drawing/2014/main" id="{C9A300DD-BB54-44ED-A7E4-01CD41EC930F}"/>
              </a:ext>
            </a:extLst>
          </p:cNvPr>
          <p:cNvSpPr txBox="1">
            <a:spLocks/>
          </p:cNvSpPr>
          <p:nvPr userDrawn="1"/>
        </p:nvSpPr>
        <p:spPr>
          <a:xfrm>
            <a:off x="956993" y="923305"/>
            <a:ext cx="1005115" cy="2859313"/>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lang="en-GB" sz="3600" b="0" i="0" kern="1200" dirty="0">
                <a:solidFill>
                  <a:schemeClr val="bg1"/>
                </a:solidFill>
                <a:latin typeface="Trebuchet MS" panose="020B0603020202020204" pitchFamily="34" charset="0"/>
                <a:ea typeface="+mj-ea"/>
                <a:cs typeface="+mj-cs"/>
              </a:defRPr>
            </a:lvl1pPr>
          </a:lstStyle>
          <a:p>
            <a:pPr algn="ctr"/>
            <a:r>
              <a:rPr lang="en-US" sz="18400" noProof="0" dirty="0">
                <a:solidFill>
                  <a:schemeClr val="accent1">
                    <a:lumMod val="60000"/>
                    <a:lumOff val="40000"/>
                  </a:schemeClr>
                </a:solidFill>
                <a:latin typeface="+mj-lt"/>
              </a:rPr>
              <a:t>“</a:t>
            </a:r>
          </a:p>
        </p:txBody>
      </p:sp>
      <p:sp>
        <p:nvSpPr>
          <p:cNvPr id="2" name="Title 1">
            <a:extLst>
              <a:ext uri="{FF2B5EF4-FFF2-40B4-BE49-F238E27FC236}">
                <a16:creationId xmlns:a16="http://schemas.microsoft.com/office/drawing/2014/main" id="{42374B20-3E42-44AF-BEF1-8AB33067395C}"/>
              </a:ext>
            </a:extLst>
          </p:cNvPr>
          <p:cNvSpPr>
            <a:spLocks noGrp="1"/>
          </p:cNvSpPr>
          <p:nvPr>
            <p:ph type="title" hasCustomPrompt="1"/>
          </p:nvPr>
        </p:nvSpPr>
        <p:spPr>
          <a:xfrm>
            <a:off x="533399" y="3200400"/>
            <a:ext cx="7551057" cy="2859313"/>
          </a:xfrm>
        </p:spPr>
        <p:txBody>
          <a:bodyPr vert="horz" lIns="91440" tIns="45720" rIns="91440" bIns="45720" rtlCol="0" anchor="t">
            <a:normAutofit/>
          </a:bodyPr>
          <a:lstStyle>
            <a:lvl1pPr>
              <a:lnSpc>
                <a:spcPct val="100000"/>
              </a:lnSpc>
              <a:defRPr lang="en-GB" sz="3200" b="0" i="0" dirty="0">
                <a:solidFill>
                  <a:schemeClr val="bg1"/>
                </a:solidFill>
                <a:latin typeface="+mj-lt"/>
              </a:defRPr>
            </a:lvl1pPr>
          </a:lstStyle>
          <a:p>
            <a:pPr lvl="0"/>
            <a:r>
              <a:rPr lang="en-US" noProof="0"/>
              <a:t>Quote</a:t>
            </a:r>
          </a:p>
        </p:txBody>
      </p:sp>
      <p:sp>
        <p:nvSpPr>
          <p:cNvPr id="19" name="Slide Number Placeholder 4">
            <a:extLst>
              <a:ext uri="{FF2B5EF4-FFF2-40B4-BE49-F238E27FC236}">
                <a16:creationId xmlns:a16="http://schemas.microsoft.com/office/drawing/2014/main" id="{A4E6C1FF-5925-42B3-B7F9-0A0031BDAD30}"/>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1753169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Tex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3" name="Text Placeholder 22">
            <a:extLst>
              <a:ext uri="{FF2B5EF4-FFF2-40B4-BE49-F238E27FC236}">
                <a16:creationId xmlns:a16="http://schemas.microsoft.com/office/drawing/2014/main" id="{03618670-D1E4-466C-BDB5-FC890AC31457}"/>
              </a:ext>
            </a:extLst>
          </p:cNvPr>
          <p:cNvSpPr>
            <a:spLocks noGrp="1"/>
          </p:cNvSpPr>
          <p:nvPr>
            <p:ph type="body" sz="quarter" idx="13"/>
          </p:nvPr>
        </p:nvSpPr>
        <p:spPr>
          <a:xfrm>
            <a:off x="444500" y="1625385"/>
            <a:ext cx="6718300" cy="4093243"/>
          </a:xfrm>
        </p:spPr>
        <p:txBody>
          <a:bodyPr>
            <a:noAutofit/>
          </a:bodyPr>
          <a:lstStyle>
            <a:lvl1pPr>
              <a:lnSpc>
                <a:spcPct val="100000"/>
              </a:lnSpc>
              <a:spcBef>
                <a:spcPts val="600"/>
              </a:spcBef>
              <a:spcAft>
                <a:spcPts val="400"/>
              </a:spcAft>
              <a:defRPr sz="1600">
                <a:solidFill>
                  <a:schemeClr val="bg1"/>
                </a:solidFill>
                <a:latin typeface="+mn-lt"/>
                <a:cs typeface="Arial" panose="020B0604020202020204" pitchFamily="34" charset="0"/>
              </a:defRPr>
            </a:lvl1pPr>
            <a:lvl2pPr>
              <a:lnSpc>
                <a:spcPct val="100000"/>
              </a:lnSpc>
              <a:spcBef>
                <a:spcPts val="600"/>
              </a:spcBef>
              <a:spcAft>
                <a:spcPts val="400"/>
              </a:spcAft>
              <a:defRPr sz="1400">
                <a:solidFill>
                  <a:schemeClr val="bg1"/>
                </a:solidFill>
                <a:latin typeface="+mn-lt"/>
                <a:cs typeface="Arial" panose="020B0604020202020204" pitchFamily="34" charset="0"/>
              </a:defRPr>
            </a:lvl2pPr>
            <a:lvl3pPr>
              <a:lnSpc>
                <a:spcPct val="100000"/>
              </a:lnSpc>
              <a:spcBef>
                <a:spcPts val="600"/>
              </a:spcBef>
              <a:spcAft>
                <a:spcPts val="400"/>
              </a:spcAft>
              <a:defRPr sz="1200">
                <a:solidFill>
                  <a:schemeClr val="bg1"/>
                </a:solidFill>
                <a:latin typeface="+mn-lt"/>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a:p>
            <a:pPr lvl="1"/>
            <a:r>
              <a:rPr lang="en-US" noProof="0"/>
              <a:t>Second level</a:t>
            </a:r>
          </a:p>
          <a:p>
            <a:pPr lvl="2"/>
            <a:r>
              <a:rPr lang="en-US" noProof="0"/>
              <a:t>Third level</a:t>
            </a:r>
          </a:p>
        </p:txBody>
      </p:sp>
    </p:spTree>
    <p:extLst>
      <p:ext uri="{BB962C8B-B14F-4D97-AF65-F5344CB8AC3E}">
        <p14:creationId xmlns:p14="http://schemas.microsoft.com/office/powerpoint/2010/main" val="274574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40737049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7" name="Text Placeholder 6">
            <a:extLst>
              <a:ext uri="{FF2B5EF4-FFF2-40B4-BE49-F238E27FC236}">
                <a16:creationId xmlns:a16="http://schemas.microsoft.com/office/drawing/2014/main" id="{7E0C167E-2626-40DB-AACF-D02543E29BB3}"/>
              </a:ext>
            </a:extLst>
          </p:cNvPr>
          <p:cNvSpPr>
            <a:spLocks noGrp="1"/>
          </p:cNvSpPr>
          <p:nvPr>
            <p:ph type="body" sz="quarter" idx="13"/>
          </p:nvPr>
        </p:nvSpPr>
        <p:spPr>
          <a:xfrm>
            <a:off x="1409700" y="1749570"/>
            <a:ext cx="9372600" cy="3358860"/>
          </a:xfrm>
        </p:spPr>
        <p:txBody>
          <a:bodyPr anchor="ctr">
            <a:normAutofit/>
          </a:bodyPr>
          <a:lstStyle>
            <a:lvl1pPr marL="0" indent="0" algn="ctr">
              <a:buNone/>
              <a:defRPr sz="6000">
                <a:solidFill>
                  <a:schemeClr val="bg1"/>
                </a:solidFill>
              </a:defRPr>
            </a:lvl1pPr>
          </a:lstStyle>
          <a:p>
            <a:pPr lvl="0"/>
            <a:r>
              <a:rPr lang="en-US" noProof="0"/>
              <a:t>Click to edit Master text styles</a:t>
            </a:r>
          </a:p>
        </p:txBody>
      </p:sp>
    </p:spTree>
    <p:extLst>
      <p:ext uri="{BB962C8B-B14F-4D97-AF65-F5344CB8AC3E}">
        <p14:creationId xmlns:p14="http://schemas.microsoft.com/office/powerpoint/2010/main" val="29047448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Content Placeholder 2">
            <a:extLst>
              <a:ext uri="{FF2B5EF4-FFF2-40B4-BE49-F238E27FC236}">
                <a16:creationId xmlns:a16="http://schemas.microsoft.com/office/drawing/2014/main" id="{0103A49C-32FF-49E6-86F3-FC2E19517BD5}"/>
              </a:ext>
            </a:extLst>
          </p:cNvPr>
          <p:cNvSpPr>
            <a:spLocks noGrp="1"/>
          </p:cNvSpPr>
          <p:nvPr>
            <p:ph idx="1"/>
          </p:nvPr>
        </p:nvSpPr>
        <p:spPr>
          <a:xfrm>
            <a:off x="443365" y="1825625"/>
            <a:ext cx="11215235" cy="435133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6367082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5" name="Text Placeholder 2">
            <a:extLst>
              <a:ext uri="{FF2B5EF4-FFF2-40B4-BE49-F238E27FC236}">
                <a16:creationId xmlns:a16="http://schemas.microsoft.com/office/drawing/2014/main" id="{7FA80A70-18DE-4DB9-9982-BA75BE54CF93}"/>
              </a:ext>
            </a:extLst>
          </p:cNvPr>
          <p:cNvSpPr>
            <a:spLocks noGrp="1"/>
          </p:cNvSpPr>
          <p:nvPr>
            <p:ph type="body" idx="1"/>
          </p:nvPr>
        </p:nvSpPr>
        <p:spPr>
          <a:xfrm>
            <a:off x="444500" y="1681163"/>
            <a:ext cx="5157787" cy="823912"/>
          </a:xfrm>
        </p:spPr>
        <p:txBody>
          <a:bodyPr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Click to edit Master text styles</a:t>
            </a:r>
          </a:p>
        </p:txBody>
      </p:sp>
      <p:sp>
        <p:nvSpPr>
          <p:cNvPr id="26" name="Text Placeholder 4">
            <a:extLst>
              <a:ext uri="{FF2B5EF4-FFF2-40B4-BE49-F238E27FC236}">
                <a16:creationId xmlns:a16="http://schemas.microsoft.com/office/drawing/2014/main" id="{2801C0EF-C078-44B0-AD01-4850E9A65EE0}"/>
              </a:ext>
            </a:extLst>
          </p:cNvPr>
          <p:cNvSpPr>
            <a:spLocks noGrp="1"/>
          </p:cNvSpPr>
          <p:nvPr>
            <p:ph type="body" sz="quarter" idx="3"/>
          </p:nvPr>
        </p:nvSpPr>
        <p:spPr>
          <a:xfrm>
            <a:off x="6500812" y="1681163"/>
            <a:ext cx="5157788" cy="823912"/>
          </a:xfrm>
        </p:spPr>
        <p:txBody>
          <a:bodyPr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Click to edit Master text styles</a:t>
            </a:r>
          </a:p>
        </p:txBody>
      </p:sp>
      <p:sp>
        <p:nvSpPr>
          <p:cNvPr id="27" name="Content Placeholder 3">
            <a:extLst>
              <a:ext uri="{FF2B5EF4-FFF2-40B4-BE49-F238E27FC236}">
                <a16:creationId xmlns:a16="http://schemas.microsoft.com/office/drawing/2014/main" id="{7C9DED91-45F6-4308-A085-1EFACA6468CF}"/>
              </a:ext>
            </a:extLst>
          </p:cNvPr>
          <p:cNvSpPr>
            <a:spLocks noGrp="1"/>
          </p:cNvSpPr>
          <p:nvPr>
            <p:ph sz="half" idx="2"/>
          </p:nvPr>
        </p:nvSpPr>
        <p:spPr>
          <a:xfrm>
            <a:off x="444500" y="2505075"/>
            <a:ext cx="5157787" cy="3684588"/>
          </a:xfrm>
        </p:spPr>
        <p:txBody>
          <a:bodyPr>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8" name="Content Placeholder 5">
            <a:extLst>
              <a:ext uri="{FF2B5EF4-FFF2-40B4-BE49-F238E27FC236}">
                <a16:creationId xmlns:a16="http://schemas.microsoft.com/office/drawing/2014/main" id="{0574B5E7-B666-439B-9278-67BE1EA6EBC5}"/>
              </a:ext>
            </a:extLst>
          </p:cNvPr>
          <p:cNvSpPr>
            <a:spLocks noGrp="1"/>
          </p:cNvSpPr>
          <p:nvPr>
            <p:ph sz="quarter" idx="4"/>
          </p:nvPr>
        </p:nvSpPr>
        <p:spPr>
          <a:xfrm>
            <a:off x="6475412" y="2505075"/>
            <a:ext cx="5183188" cy="3684588"/>
          </a:xfrm>
        </p:spPr>
        <p:txBody>
          <a:bodyPr>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2191671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Content Placeholder 2">
            <a:extLst>
              <a:ext uri="{FF2B5EF4-FFF2-40B4-BE49-F238E27FC236}">
                <a16:creationId xmlns:a16="http://schemas.microsoft.com/office/drawing/2014/main" id="{FE796BFF-6E5F-4DE7-B193-F501FC094D63}"/>
              </a:ext>
            </a:extLst>
          </p:cNvPr>
          <p:cNvSpPr>
            <a:spLocks noGrp="1"/>
          </p:cNvSpPr>
          <p:nvPr>
            <p:ph sz="half" idx="1"/>
          </p:nvPr>
        </p:nvSpPr>
        <p:spPr>
          <a:xfrm>
            <a:off x="443365" y="1517715"/>
            <a:ext cx="5184437" cy="4659248"/>
          </a:xfrm>
        </p:spPr>
        <p:txBody>
          <a:bodyPr>
            <a:normAutofit/>
          </a:bodyPr>
          <a:lstStyle>
            <a:lvl1pPr marL="457200" indent="-457200">
              <a:buFont typeface="Arial" panose="020B0604020202020204" pitchFamily="34" charset="0"/>
              <a:buChar char="•"/>
              <a:defRPr sz="2000">
                <a:solidFill>
                  <a:schemeClr val="bg1"/>
                </a:solidFill>
              </a:defRPr>
            </a:lvl1pPr>
            <a:lvl2pPr marL="800100" indent="-342900">
              <a:buFont typeface="Arial" panose="020B0604020202020204" pitchFamily="34" charset="0"/>
              <a:buChar char="•"/>
              <a:defRPr sz="1800">
                <a:solidFill>
                  <a:schemeClr val="bg1"/>
                </a:solidFill>
              </a:defRPr>
            </a:lvl2pPr>
            <a:lvl3pPr marL="1257300" indent="-342900">
              <a:buFont typeface="Arial" panose="020B0604020202020204" pitchFamily="34" charset="0"/>
              <a:buChar char="•"/>
              <a:defRPr sz="1600">
                <a:solidFill>
                  <a:schemeClr val="bg1"/>
                </a:solidFill>
              </a:defRPr>
            </a:lvl3pPr>
            <a:lvl4pPr marL="1657350" indent="-285750">
              <a:buFont typeface="Arial" panose="020B0604020202020204" pitchFamily="34" charset="0"/>
              <a:buChar char="•"/>
              <a:defRPr sz="1400">
                <a:solidFill>
                  <a:schemeClr val="bg1"/>
                </a:solidFill>
              </a:defRPr>
            </a:lvl4pPr>
            <a:lvl5pPr marL="2114550" indent="-285750">
              <a:buFont typeface="Arial" panose="020B0604020202020204" pitchFamily="34" charset="0"/>
              <a:buChar cha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1" name="Content Placeholder 3">
            <a:extLst>
              <a:ext uri="{FF2B5EF4-FFF2-40B4-BE49-F238E27FC236}">
                <a16:creationId xmlns:a16="http://schemas.microsoft.com/office/drawing/2014/main" id="{78622754-CA4D-4C27-A37F-B26E7B4C9CA2}"/>
              </a:ext>
            </a:extLst>
          </p:cNvPr>
          <p:cNvSpPr>
            <a:spLocks noGrp="1"/>
          </p:cNvSpPr>
          <p:nvPr>
            <p:ph sz="half" idx="2"/>
          </p:nvPr>
        </p:nvSpPr>
        <p:spPr>
          <a:xfrm>
            <a:off x="6474163" y="1517715"/>
            <a:ext cx="5184437" cy="4659248"/>
          </a:xfrm>
        </p:spPr>
        <p:txBody>
          <a:bodyPr>
            <a:normAutofit/>
          </a:bodyPr>
          <a:lstStyle>
            <a:lvl1pPr>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9995978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 Categor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0" name="Picture Placeholder 8">
            <a:extLst>
              <a:ext uri="{FF2B5EF4-FFF2-40B4-BE49-F238E27FC236}">
                <a16:creationId xmlns:a16="http://schemas.microsoft.com/office/drawing/2014/main" id="{6D00E6B4-1CBE-404E-B943-5F1832320C1C}"/>
              </a:ext>
            </a:extLst>
          </p:cNvPr>
          <p:cNvSpPr>
            <a:spLocks noGrp="1"/>
          </p:cNvSpPr>
          <p:nvPr>
            <p:ph type="pic" sz="quarter" idx="13"/>
          </p:nvPr>
        </p:nvSpPr>
        <p:spPr>
          <a:xfrm>
            <a:off x="978212"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1" name="Picture Placeholder 8">
            <a:extLst>
              <a:ext uri="{FF2B5EF4-FFF2-40B4-BE49-F238E27FC236}">
                <a16:creationId xmlns:a16="http://schemas.microsoft.com/office/drawing/2014/main" id="{7CD59BFD-62BE-4E33-92A5-B84A2A9A8D3B}"/>
              </a:ext>
            </a:extLst>
          </p:cNvPr>
          <p:cNvSpPr>
            <a:spLocks noGrp="1"/>
          </p:cNvSpPr>
          <p:nvPr>
            <p:ph type="pic" sz="quarter" idx="14"/>
          </p:nvPr>
        </p:nvSpPr>
        <p:spPr>
          <a:xfrm>
            <a:off x="3222230"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2" name="Picture Placeholder 8">
            <a:extLst>
              <a:ext uri="{FF2B5EF4-FFF2-40B4-BE49-F238E27FC236}">
                <a16:creationId xmlns:a16="http://schemas.microsoft.com/office/drawing/2014/main" id="{60DC5978-55B8-421D-91B4-29F8210A7B2C}"/>
              </a:ext>
            </a:extLst>
          </p:cNvPr>
          <p:cNvSpPr>
            <a:spLocks noGrp="1"/>
          </p:cNvSpPr>
          <p:nvPr>
            <p:ph type="pic" sz="quarter" idx="15"/>
          </p:nvPr>
        </p:nvSpPr>
        <p:spPr>
          <a:xfrm>
            <a:off x="5466248"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3" name="Picture Placeholder 8">
            <a:extLst>
              <a:ext uri="{FF2B5EF4-FFF2-40B4-BE49-F238E27FC236}">
                <a16:creationId xmlns:a16="http://schemas.microsoft.com/office/drawing/2014/main" id="{BE3FB8C3-2C7E-4C59-8BD5-53FA2772DB56}"/>
              </a:ext>
            </a:extLst>
          </p:cNvPr>
          <p:cNvSpPr>
            <a:spLocks noGrp="1"/>
          </p:cNvSpPr>
          <p:nvPr>
            <p:ph type="pic" sz="quarter" idx="16"/>
          </p:nvPr>
        </p:nvSpPr>
        <p:spPr>
          <a:xfrm>
            <a:off x="7710266"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4" name="Picture Placeholder 8">
            <a:extLst>
              <a:ext uri="{FF2B5EF4-FFF2-40B4-BE49-F238E27FC236}">
                <a16:creationId xmlns:a16="http://schemas.microsoft.com/office/drawing/2014/main" id="{FD8FA9DA-C36B-4889-B88F-28B5829E53E2}"/>
              </a:ext>
            </a:extLst>
          </p:cNvPr>
          <p:cNvSpPr>
            <a:spLocks noGrp="1"/>
          </p:cNvSpPr>
          <p:nvPr>
            <p:ph type="pic" sz="quarter" idx="17"/>
          </p:nvPr>
        </p:nvSpPr>
        <p:spPr>
          <a:xfrm>
            <a:off x="9954283"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719894"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27" name="Text Placeholder 22">
            <a:extLst>
              <a:ext uri="{FF2B5EF4-FFF2-40B4-BE49-F238E27FC236}">
                <a16:creationId xmlns:a16="http://schemas.microsoft.com/office/drawing/2014/main" id="{05F72315-51A9-431C-B80A-45E4FB1D6BD6}"/>
              </a:ext>
            </a:extLst>
          </p:cNvPr>
          <p:cNvSpPr>
            <a:spLocks noGrp="1"/>
          </p:cNvSpPr>
          <p:nvPr>
            <p:ph type="body" sz="quarter" idx="19"/>
          </p:nvPr>
        </p:nvSpPr>
        <p:spPr>
          <a:xfrm>
            <a:off x="2963912"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28" name="Text Placeholder 22">
            <a:extLst>
              <a:ext uri="{FF2B5EF4-FFF2-40B4-BE49-F238E27FC236}">
                <a16:creationId xmlns:a16="http://schemas.microsoft.com/office/drawing/2014/main" id="{883D1F0C-34F1-46E1-B178-E4AB82B14631}"/>
              </a:ext>
            </a:extLst>
          </p:cNvPr>
          <p:cNvSpPr>
            <a:spLocks noGrp="1"/>
          </p:cNvSpPr>
          <p:nvPr>
            <p:ph type="body" sz="quarter" idx="20"/>
          </p:nvPr>
        </p:nvSpPr>
        <p:spPr>
          <a:xfrm>
            <a:off x="5207930"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29" name="Text Placeholder 22">
            <a:extLst>
              <a:ext uri="{FF2B5EF4-FFF2-40B4-BE49-F238E27FC236}">
                <a16:creationId xmlns:a16="http://schemas.microsoft.com/office/drawing/2014/main" id="{7202A849-DF14-40E7-B38D-1185F72603EC}"/>
              </a:ext>
            </a:extLst>
          </p:cNvPr>
          <p:cNvSpPr>
            <a:spLocks noGrp="1"/>
          </p:cNvSpPr>
          <p:nvPr>
            <p:ph type="body" sz="quarter" idx="21"/>
          </p:nvPr>
        </p:nvSpPr>
        <p:spPr>
          <a:xfrm>
            <a:off x="7451948"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0" name="Text Placeholder 22">
            <a:extLst>
              <a:ext uri="{FF2B5EF4-FFF2-40B4-BE49-F238E27FC236}">
                <a16:creationId xmlns:a16="http://schemas.microsoft.com/office/drawing/2014/main" id="{CCFC1ADF-AC11-4CCD-AC2D-478B6FFEA5EA}"/>
              </a:ext>
            </a:extLst>
          </p:cNvPr>
          <p:cNvSpPr>
            <a:spLocks noGrp="1"/>
          </p:cNvSpPr>
          <p:nvPr>
            <p:ph type="body" sz="quarter" idx="22"/>
          </p:nvPr>
        </p:nvSpPr>
        <p:spPr>
          <a:xfrm>
            <a:off x="9695965"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cxnSp>
        <p:nvCxnSpPr>
          <p:cNvPr id="7" name="Straight Connector 6">
            <a:extLst>
              <a:ext uri="{FF2B5EF4-FFF2-40B4-BE49-F238E27FC236}">
                <a16:creationId xmlns:a16="http://schemas.microsoft.com/office/drawing/2014/main" id="{2B4CB326-DA0E-488E-B236-7017E8438FBB}"/>
              </a:ext>
            </a:extLst>
          </p:cNvPr>
          <p:cNvCxnSpPr/>
          <p:nvPr userDrawn="1"/>
        </p:nvCxnSpPr>
        <p:spPr>
          <a:xfrm>
            <a:off x="1242354"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366B533-7212-4A36-9CE2-D6302E721F8F}"/>
              </a:ext>
            </a:extLst>
          </p:cNvPr>
          <p:cNvCxnSpPr/>
          <p:nvPr userDrawn="1"/>
        </p:nvCxnSpPr>
        <p:spPr>
          <a:xfrm>
            <a:off x="3486372"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D7474CD-E230-4E14-8274-5E20F673F401}"/>
              </a:ext>
            </a:extLst>
          </p:cNvPr>
          <p:cNvCxnSpPr/>
          <p:nvPr userDrawn="1"/>
        </p:nvCxnSpPr>
        <p:spPr>
          <a:xfrm>
            <a:off x="5730390"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BF71FCE-6F39-4D2F-82BE-7D9F1D2ED59F}"/>
              </a:ext>
            </a:extLst>
          </p:cNvPr>
          <p:cNvCxnSpPr/>
          <p:nvPr userDrawn="1"/>
        </p:nvCxnSpPr>
        <p:spPr>
          <a:xfrm>
            <a:off x="7974408"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E97AC7A-17D9-4F42-9DD0-94FE4FC6BF19}"/>
              </a:ext>
            </a:extLst>
          </p:cNvPr>
          <p:cNvCxnSpPr/>
          <p:nvPr userDrawn="1"/>
        </p:nvCxnSpPr>
        <p:spPr>
          <a:xfrm>
            <a:off x="10218425"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4762663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hoto + 3 Sec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13" name="Picture Placeholder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anchor="ctr">
            <a:normAutofit/>
          </a:bodyPr>
          <a:lstStyle>
            <a:lvl1pPr marL="0" indent="0" algn="ctr">
              <a:buNone/>
              <a:defRPr sz="1400">
                <a:solidFill>
                  <a:schemeClr val="accent2"/>
                </a:solidFill>
                <a:latin typeface="Trade Gothic LT Pro" panose="020B0503040303020004" pitchFamily="34" charset="0"/>
              </a:defRPr>
            </a:lvl1pPr>
          </a:lstStyle>
          <a:p>
            <a:r>
              <a:rPr lang="en-US" noProof="0" dirty="0"/>
              <a:t>Insert image</a:t>
            </a:r>
          </a:p>
        </p:txBody>
      </p:sp>
      <p:sp>
        <p:nvSpPr>
          <p:cNvPr id="36" name="Text Placeholder 22">
            <a:extLst>
              <a:ext uri="{FF2B5EF4-FFF2-40B4-BE49-F238E27FC236}">
                <a16:creationId xmlns:a16="http://schemas.microsoft.com/office/drawing/2014/main" id="{642D3CE0-C3B4-4F3F-A650-AB452B3AD4BA}"/>
              </a:ext>
            </a:extLst>
          </p:cNvPr>
          <p:cNvSpPr>
            <a:spLocks noGrp="1"/>
          </p:cNvSpPr>
          <p:nvPr>
            <p:ph type="body" sz="quarter" idx="20"/>
          </p:nvPr>
        </p:nvSpPr>
        <p:spPr>
          <a:xfrm>
            <a:off x="4444169"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7" name="Text Placeholder 22">
            <a:extLst>
              <a:ext uri="{FF2B5EF4-FFF2-40B4-BE49-F238E27FC236}">
                <a16:creationId xmlns:a16="http://schemas.microsoft.com/office/drawing/2014/main" id="{DBED2BB0-CDAD-40EE-8B35-C66DF45EE29D}"/>
              </a:ext>
            </a:extLst>
          </p:cNvPr>
          <p:cNvSpPr>
            <a:spLocks noGrp="1"/>
          </p:cNvSpPr>
          <p:nvPr>
            <p:ph type="body" sz="quarter" idx="21"/>
          </p:nvPr>
        </p:nvSpPr>
        <p:spPr>
          <a:xfrm>
            <a:off x="8346244"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Tree>
    <p:extLst>
      <p:ext uri="{BB962C8B-B14F-4D97-AF65-F5344CB8AC3E}">
        <p14:creationId xmlns:p14="http://schemas.microsoft.com/office/powerpoint/2010/main" val="15447457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hoto + Tex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9402006" cy="1463040"/>
          </a:xfrm>
        </p:spPr>
        <p:txBody>
          <a:bodyPr lIns="0" tIns="0" rIns="0" bIns="0">
            <a:noAutofit/>
          </a:bodyPr>
          <a:lstStyle>
            <a:lvl1pPr marL="0" indent="0" algn="l">
              <a:lnSpc>
                <a:spcPct val="100000"/>
              </a:lnSpc>
              <a:spcBef>
                <a:spcPts val="300"/>
              </a:spcBef>
              <a:spcAft>
                <a:spcPts val="3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13" name="Picture Placeholder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anchor="ctr">
            <a:normAutofit/>
          </a:bodyPr>
          <a:lstStyle>
            <a:lvl1pPr marL="0" indent="0" algn="ctr">
              <a:buNone/>
              <a:defRPr sz="1400">
                <a:solidFill>
                  <a:schemeClr val="accent2"/>
                </a:solidFill>
                <a:latin typeface="Trade Gothic LT Pro" panose="020B0503040303020004" pitchFamily="34" charset="0"/>
              </a:defRPr>
            </a:lvl1pPr>
          </a:lstStyle>
          <a:p>
            <a:r>
              <a:rPr lang="en-US" noProof="0" dirty="0"/>
              <a:t>Insert image</a:t>
            </a:r>
          </a:p>
        </p:txBody>
      </p:sp>
    </p:spTree>
    <p:extLst>
      <p:ext uri="{BB962C8B-B14F-4D97-AF65-F5344CB8AC3E}">
        <p14:creationId xmlns:p14="http://schemas.microsoft.com/office/powerpoint/2010/main" val="24868267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with Cap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Picture Placeholder 2">
            <a:extLst>
              <a:ext uri="{FF2B5EF4-FFF2-40B4-BE49-F238E27FC236}">
                <a16:creationId xmlns:a16="http://schemas.microsoft.com/office/drawing/2014/main" id="{30B3A574-7940-4E35-857E-5CA35A5910E5}"/>
              </a:ext>
            </a:extLst>
          </p:cNvPr>
          <p:cNvSpPr>
            <a:spLocks noGrp="1"/>
          </p:cNvSpPr>
          <p:nvPr>
            <p:ph type="pic" idx="1"/>
          </p:nvPr>
        </p:nvSpPr>
        <p:spPr>
          <a:xfrm>
            <a:off x="4110087" y="1444649"/>
            <a:ext cx="7548513" cy="4579079"/>
          </a:xfrm>
        </p:spPr>
        <p:txBody>
          <a:bodyPr>
            <a:normAutofit/>
          </a:bodyPr>
          <a:lstStyle>
            <a:lvl1pPr marL="0" indent="0">
              <a:buNone/>
              <a:defRPr sz="24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a:t>Click icon to add picture</a:t>
            </a:r>
            <a:endParaRPr lang="en-US" noProof="0" dirty="0"/>
          </a:p>
        </p:txBody>
      </p:sp>
      <p:sp>
        <p:nvSpPr>
          <p:cNvPr id="21" name="Text Placeholder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Click to edit Master text styles</a:t>
            </a:r>
          </a:p>
        </p:txBody>
      </p:sp>
    </p:spTree>
    <p:extLst>
      <p:ext uri="{BB962C8B-B14F-4D97-AF65-F5344CB8AC3E}">
        <p14:creationId xmlns:p14="http://schemas.microsoft.com/office/powerpoint/2010/main" val="1540650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1" name="Text Placeholder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Click to edit Master text styles</a:t>
            </a:r>
          </a:p>
        </p:txBody>
      </p:sp>
      <p:sp>
        <p:nvSpPr>
          <p:cNvPr id="22" name="Content Placeholder 2">
            <a:extLst>
              <a:ext uri="{FF2B5EF4-FFF2-40B4-BE49-F238E27FC236}">
                <a16:creationId xmlns:a16="http://schemas.microsoft.com/office/drawing/2014/main" id="{A015C605-1D30-48BC-A0D6-3B11AF56CC53}"/>
              </a:ext>
            </a:extLst>
          </p:cNvPr>
          <p:cNvSpPr>
            <a:spLocks noGrp="1"/>
          </p:cNvSpPr>
          <p:nvPr>
            <p:ph idx="1"/>
          </p:nvPr>
        </p:nvSpPr>
        <p:spPr>
          <a:xfrm>
            <a:off x="3964290" y="1444649"/>
            <a:ext cx="7694310" cy="4579079"/>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vl6pPr>
              <a:defRPr sz="2000"/>
            </a:lvl6pPr>
            <a:lvl7pPr>
              <a:defRPr sz="2000"/>
            </a:lvl7pPr>
            <a:lvl8pPr>
              <a:defRPr sz="2000"/>
            </a:lvl8pPr>
            <a:lvl9pPr>
              <a:defRPr sz="2000"/>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12129895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D4494CD2-CCDD-0248-96F8-741002C44255}"/>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Freeform: Shape 9">
            <a:extLst>
              <a:ext uri="{FF2B5EF4-FFF2-40B4-BE49-F238E27FC236}">
                <a16:creationId xmlns:a16="http://schemas.microsoft.com/office/drawing/2014/main" id="{07077B00-C1EE-7241-B441-7814F92A7EDF}"/>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0" name="Freeform: Shape 17">
            <a:extLst>
              <a:ext uri="{FF2B5EF4-FFF2-40B4-BE49-F238E27FC236}">
                <a16:creationId xmlns:a16="http://schemas.microsoft.com/office/drawing/2014/main" id="{3A1AEBC4-637E-F64C-9192-69AC4BB26D0C}"/>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1" name="Freeform: Shape 11">
            <a:extLst>
              <a:ext uri="{FF2B5EF4-FFF2-40B4-BE49-F238E27FC236}">
                <a16:creationId xmlns:a16="http://schemas.microsoft.com/office/drawing/2014/main" id="{669A7039-C54C-8E46-9A8B-DDB2547D989C}"/>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2" name="Freeform: Shape 7">
            <a:extLst>
              <a:ext uri="{FF2B5EF4-FFF2-40B4-BE49-F238E27FC236}">
                <a16:creationId xmlns:a16="http://schemas.microsoft.com/office/drawing/2014/main" id="{4F173B32-87BB-9A40-8C91-4C1EED2B7ABF}"/>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4" name="Group 23">
            <a:extLst>
              <a:ext uri="{FF2B5EF4-FFF2-40B4-BE49-F238E27FC236}">
                <a16:creationId xmlns:a16="http://schemas.microsoft.com/office/drawing/2014/main" id="{4AC87F4E-12B5-1B42-AFD2-4DB39B7645C9}"/>
              </a:ext>
            </a:extLst>
          </p:cNvPr>
          <p:cNvGrpSpPr/>
          <p:nvPr userDrawn="1"/>
        </p:nvGrpSpPr>
        <p:grpSpPr>
          <a:xfrm rot="16200000">
            <a:off x="499388" y="-322655"/>
            <a:ext cx="535531" cy="645309"/>
            <a:chOff x="10945855" y="7317026"/>
            <a:chExt cx="2483924" cy="2993104"/>
          </a:xfrm>
        </p:grpSpPr>
        <p:sp>
          <p:nvSpPr>
            <p:cNvPr id="25" name="Freeform: Shape 15">
              <a:extLst>
                <a:ext uri="{FF2B5EF4-FFF2-40B4-BE49-F238E27FC236}">
                  <a16:creationId xmlns:a16="http://schemas.microsoft.com/office/drawing/2014/main" id="{03DD8765-59DF-A045-ADB5-E39FAEE153A0}"/>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Freeform: Shape 16">
              <a:extLst>
                <a:ext uri="{FF2B5EF4-FFF2-40B4-BE49-F238E27FC236}">
                  <a16:creationId xmlns:a16="http://schemas.microsoft.com/office/drawing/2014/main" id="{B34B796C-A407-7B4D-B4F0-E58A44FE8DB4}"/>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0" name="Freeform: Shape 23">
            <a:extLst>
              <a:ext uri="{FF2B5EF4-FFF2-40B4-BE49-F238E27FC236}">
                <a16:creationId xmlns:a16="http://schemas.microsoft.com/office/drawing/2014/main" id="{CBE3FDC9-67CB-FA42-B127-A36BFF4678BB}"/>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Slide Number Placeholder 4">
            <a:extLst>
              <a:ext uri="{FF2B5EF4-FFF2-40B4-BE49-F238E27FC236}">
                <a16:creationId xmlns:a16="http://schemas.microsoft.com/office/drawing/2014/main" id="{1E902BFF-CA8F-D745-A819-A7BB38B30ED9}"/>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2672304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ank You 1">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6" name="Group 5">
            <a:extLst>
              <a:ext uri="{FF2B5EF4-FFF2-40B4-BE49-F238E27FC236}">
                <a16:creationId xmlns:a16="http://schemas.microsoft.com/office/drawing/2014/main" id="{EA7FF9D7-8545-4547-AC77-A0421EEB9B99}"/>
              </a:ext>
            </a:extLst>
          </p:cNvPr>
          <p:cNvGrpSpPr/>
          <p:nvPr userDrawn="1"/>
        </p:nvGrpSpPr>
        <p:grpSpPr>
          <a:xfrm>
            <a:off x="0" y="0"/>
            <a:ext cx="6881966" cy="6858876"/>
            <a:chOff x="-5321" y="1096"/>
            <a:chExt cx="5924073" cy="5904197"/>
          </a:xfrm>
        </p:grpSpPr>
        <p:sp>
          <p:nvSpPr>
            <p:cNvPr id="17" name="Right Triangle 16">
              <a:extLst>
                <a:ext uri="{FF2B5EF4-FFF2-40B4-BE49-F238E27FC236}">
                  <a16:creationId xmlns:a16="http://schemas.microsoft.com/office/drawing/2014/main" id="{8DCD5806-2A2F-4ABF-8057-245681C498E6}"/>
                </a:ext>
              </a:extLst>
            </p:cNvPr>
            <p:cNvSpPr/>
            <p:nvPr userDrawn="1"/>
          </p:nvSpPr>
          <p:spPr>
            <a:xfrm rot="16200000" flipH="1" flipV="1">
              <a:off x="4618" y="-8842"/>
              <a:ext cx="5904196" cy="592407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Triangle 17">
              <a:extLst>
                <a:ext uri="{FF2B5EF4-FFF2-40B4-BE49-F238E27FC236}">
                  <a16:creationId xmlns:a16="http://schemas.microsoft.com/office/drawing/2014/main" id="{3A93038F-E9E4-4FFD-B3DF-28DB7C2C1490}"/>
                </a:ext>
              </a:extLst>
            </p:cNvPr>
            <p:cNvSpPr/>
            <p:nvPr userDrawn="1"/>
          </p:nvSpPr>
          <p:spPr>
            <a:xfrm rot="16200000" flipH="1" flipV="1">
              <a:off x="3941" y="-8164"/>
              <a:ext cx="5501471" cy="551999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ight Triangle 18">
              <a:extLst>
                <a:ext uri="{FF2B5EF4-FFF2-40B4-BE49-F238E27FC236}">
                  <a16:creationId xmlns:a16="http://schemas.microsoft.com/office/drawing/2014/main" id="{5DEA1E02-BBD0-4AE3-AF22-433B90272178}"/>
                </a:ext>
              </a:extLst>
            </p:cNvPr>
            <p:cNvSpPr/>
            <p:nvPr userDrawn="1"/>
          </p:nvSpPr>
          <p:spPr>
            <a:xfrm rot="16200000" flipH="1" flipV="1">
              <a:off x="3131" y="-7355"/>
              <a:ext cx="5019818" cy="5036720"/>
            </a:xfrm>
            <a:prstGeom prst="rtTriangle">
              <a:avLst/>
            </a:pr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5217242" y="2807208"/>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a:r>
              <a:rPr lang="en-US" noProof="0"/>
              <a:t>Thank You</a:t>
            </a:r>
          </a:p>
        </p:txBody>
      </p:sp>
    </p:spTree>
    <p:extLst>
      <p:ext uri="{BB962C8B-B14F-4D97-AF65-F5344CB8AC3E}">
        <p14:creationId xmlns:p14="http://schemas.microsoft.com/office/powerpoint/2010/main" val="22363861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ank You 2">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6360242" y="3429000"/>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a:r>
              <a:rPr lang="en-US" noProof="0"/>
              <a:t>Thank You</a:t>
            </a:r>
          </a:p>
        </p:txBody>
      </p:sp>
      <p:sp>
        <p:nvSpPr>
          <p:cNvPr id="35" name="Freeform: Shape 34">
            <a:extLst>
              <a:ext uri="{FF2B5EF4-FFF2-40B4-BE49-F238E27FC236}">
                <a16:creationId xmlns:a16="http://schemas.microsoft.com/office/drawing/2014/main" id="{C024DCDB-C6BF-455E-AAB8-EAF9DAB302A1}"/>
              </a:ext>
            </a:extLst>
          </p:cNvPr>
          <p:cNvSpPr/>
          <p:nvPr userDrawn="1"/>
        </p:nvSpPr>
        <p:spPr>
          <a:xfrm rot="13500000">
            <a:off x="-729899" y="-1215856"/>
            <a:ext cx="6043521" cy="8427077"/>
          </a:xfrm>
          <a:custGeom>
            <a:avLst/>
            <a:gdLst>
              <a:gd name="connsiteX0" fmla="*/ 6043521 w 6043521"/>
              <a:gd name="connsiteY0" fmla="*/ 4267535 h 8427077"/>
              <a:gd name="connsiteX1" fmla="*/ 1883979 w 6043521"/>
              <a:gd name="connsiteY1" fmla="*/ 8427077 h 8427077"/>
              <a:gd name="connsiteX2" fmla="*/ 0 w 6043521"/>
              <a:gd name="connsiteY2" fmla="*/ 8427077 h 8427077"/>
              <a:gd name="connsiteX3" fmla="*/ 0 w 6043521"/>
              <a:gd name="connsiteY3" fmla="*/ 1775986 h 8427077"/>
              <a:gd name="connsiteX4" fmla="*/ 1775985 w 6043521"/>
              <a:gd name="connsiteY4" fmla="*/ 0 h 8427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8427077">
                <a:moveTo>
                  <a:pt x="6043521" y="4267535"/>
                </a:moveTo>
                <a:lnTo>
                  <a:pt x="1883979" y="8427077"/>
                </a:lnTo>
                <a:lnTo>
                  <a:pt x="0" y="8427077"/>
                </a:lnTo>
                <a:lnTo>
                  <a:pt x="0" y="1775986"/>
                </a:lnTo>
                <a:lnTo>
                  <a:pt x="1775985"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2" name="Freeform: Shape 31">
            <a:extLst>
              <a:ext uri="{FF2B5EF4-FFF2-40B4-BE49-F238E27FC236}">
                <a16:creationId xmlns:a16="http://schemas.microsoft.com/office/drawing/2014/main" id="{26AFB47A-5D51-4F9C-B01B-977CE5E3C093}"/>
              </a:ext>
            </a:extLst>
          </p:cNvPr>
          <p:cNvSpPr/>
          <p:nvPr userDrawn="1"/>
        </p:nvSpPr>
        <p:spPr>
          <a:xfrm rot="13500000">
            <a:off x="-1145231" y="-2123853"/>
            <a:ext cx="6043521" cy="9008880"/>
          </a:xfrm>
          <a:custGeom>
            <a:avLst/>
            <a:gdLst>
              <a:gd name="connsiteX0" fmla="*/ 6043521 w 6043521"/>
              <a:gd name="connsiteY0" fmla="*/ 4849338 h 9008880"/>
              <a:gd name="connsiteX1" fmla="*/ 1883979 w 6043521"/>
              <a:gd name="connsiteY1" fmla="*/ 9008880 h 9008880"/>
              <a:gd name="connsiteX2" fmla="*/ 0 w 6043521"/>
              <a:gd name="connsiteY2" fmla="*/ 9008880 h 9008880"/>
              <a:gd name="connsiteX3" fmla="*/ 0 w 6043521"/>
              <a:gd name="connsiteY3" fmla="*/ 1194182 h 9008880"/>
              <a:gd name="connsiteX4" fmla="*/ 1194182 w 6043521"/>
              <a:gd name="connsiteY4" fmla="*/ 0 h 90088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9008880">
                <a:moveTo>
                  <a:pt x="6043521" y="4849338"/>
                </a:moveTo>
                <a:lnTo>
                  <a:pt x="1883979" y="9008880"/>
                </a:lnTo>
                <a:lnTo>
                  <a:pt x="0" y="9008880"/>
                </a:lnTo>
                <a:lnTo>
                  <a:pt x="0" y="1194182"/>
                </a:lnTo>
                <a:lnTo>
                  <a:pt x="1194182"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Shape 29">
            <a:extLst>
              <a:ext uri="{FF2B5EF4-FFF2-40B4-BE49-F238E27FC236}">
                <a16:creationId xmlns:a16="http://schemas.microsoft.com/office/drawing/2014/main" id="{6997A4FF-7390-4173-8ACD-6CF7145AACEC}"/>
              </a:ext>
            </a:extLst>
          </p:cNvPr>
          <p:cNvSpPr/>
          <p:nvPr userDrawn="1"/>
        </p:nvSpPr>
        <p:spPr>
          <a:xfrm rot="18900000" flipH="1">
            <a:off x="-2681153" y="-465959"/>
            <a:ext cx="8639119" cy="5739762"/>
          </a:xfrm>
          <a:custGeom>
            <a:avLst/>
            <a:gdLst>
              <a:gd name="connsiteX0" fmla="*/ 3789781 w 8639119"/>
              <a:gd name="connsiteY0" fmla="*/ 0 h 5739762"/>
              <a:gd name="connsiteX1" fmla="*/ 0 w 8639119"/>
              <a:gd name="connsiteY1" fmla="*/ 3789782 h 5739762"/>
              <a:gd name="connsiteX2" fmla="*/ 0 w 8639119"/>
              <a:gd name="connsiteY2" fmla="*/ 5739761 h 5739762"/>
              <a:gd name="connsiteX3" fmla="*/ 7748695 w 8639119"/>
              <a:gd name="connsiteY3" fmla="*/ 5739762 h 5739762"/>
              <a:gd name="connsiteX4" fmla="*/ 8639119 w 8639119"/>
              <a:gd name="connsiteY4" fmla="*/ 4849338 h 57397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39119" h="5739762">
                <a:moveTo>
                  <a:pt x="3789781" y="0"/>
                </a:moveTo>
                <a:lnTo>
                  <a:pt x="0" y="3789782"/>
                </a:lnTo>
                <a:lnTo>
                  <a:pt x="0" y="5739761"/>
                </a:lnTo>
                <a:lnTo>
                  <a:pt x="7748695" y="5739762"/>
                </a:lnTo>
                <a:lnTo>
                  <a:pt x="8639119" y="4849338"/>
                </a:lnTo>
                <a:close/>
              </a:path>
            </a:pathLst>
          </a:custGeom>
          <a:solidFill>
            <a:schemeClr val="accent1">
              <a:lumMod val="50000"/>
              <a:alpha val="51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Tree>
    <p:extLst>
      <p:ext uri="{BB962C8B-B14F-4D97-AF65-F5344CB8AC3E}">
        <p14:creationId xmlns:p14="http://schemas.microsoft.com/office/powerpoint/2010/main" val="1218518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1B0E15-6FC5-434E-8780-B186D9DB0CD0}"/>
              </a:ext>
            </a:extLst>
          </p:cNvPr>
          <p:cNvSpPr>
            <a:spLocks noGrp="1"/>
          </p:cNvSpPr>
          <p:nvPr>
            <p:ph type="title"/>
          </p:nvPr>
        </p:nvSpPr>
        <p:spPr>
          <a:xfrm>
            <a:off x="838200" y="365125"/>
            <a:ext cx="10820400" cy="1325563"/>
          </a:xfrm>
          <a:prstGeom prst="rect">
            <a:avLst/>
          </a:prstGeom>
        </p:spPr>
        <p:txBody>
          <a:bodyPr vert="horz" lIns="91440" tIns="45720" rIns="91440" bIns="45720" rtlCol="0" anchor="ctr">
            <a:normAutofit/>
          </a:bodyPr>
          <a:lstStyle/>
          <a:p>
            <a:r>
              <a:rPr lang="en-US" noProof="0"/>
              <a:t>Click to edit Master title style</a:t>
            </a:r>
          </a:p>
        </p:txBody>
      </p:sp>
      <p:sp>
        <p:nvSpPr>
          <p:cNvPr id="3" name="Text Placeholder 2">
            <a:extLst>
              <a:ext uri="{FF2B5EF4-FFF2-40B4-BE49-F238E27FC236}">
                <a16:creationId xmlns:a16="http://schemas.microsoft.com/office/drawing/2014/main" id="{A9C7B128-34F3-405C-B601-8BAFDB43499C}"/>
              </a:ext>
            </a:extLst>
          </p:cNvPr>
          <p:cNvSpPr>
            <a:spLocks noGrp="1"/>
          </p:cNvSpPr>
          <p:nvPr>
            <p:ph type="body" idx="1"/>
          </p:nvPr>
        </p:nvSpPr>
        <p:spPr>
          <a:xfrm>
            <a:off x="838200" y="1825625"/>
            <a:ext cx="10820400" cy="4351338"/>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Slide Number Placeholder 5">
            <a:extLst>
              <a:ext uri="{FF2B5EF4-FFF2-40B4-BE49-F238E27FC236}">
                <a16:creationId xmlns:a16="http://schemas.microsoft.com/office/drawing/2014/main" id="{9F5A7754-E8C7-438B-922D-9027C6CF58E2}"/>
              </a:ext>
            </a:extLst>
          </p:cNvPr>
          <p:cNvSpPr>
            <a:spLocks noGrp="1"/>
          </p:cNvSpPr>
          <p:nvPr>
            <p:ph type="sldNum" sz="quarter" idx="4"/>
          </p:nvPr>
        </p:nvSpPr>
        <p:spPr>
          <a:xfrm>
            <a:off x="11112500" y="6356350"/>
            <a:ext cx="660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63D6C4-4840-40CC-AC84-17E24B3B7BDE}" type="slidenum">
              <a:rPr lang="en-US" noProof="0" smtClean="0"/>
              <a:t>‹#›</a:t>
            </a:fld>
            <a:endParaRPr lang="en-US" noProof="0" dirty="0"/>
          </a:p>
        </p:txBody>
      </p:sp>
      <p:sp>
        <p:nvSpPr>
          <p:cNvPr id="5" name="Rectangle 4">
            <a:extLst>
              <a:ext uri="{FF2B5EF4-FFF2-40B4-BE49-F238E27FC236}">
                <a16:creationId xmlns:a16="http://schemas.microsoft.com/office/drawing/2014/main" id="{7CDDDB7D-9189-9548-A2B9-81DC62C3C1A3}"/>
              </a:ext>
            </a:extLst>
          </p:cNvPr>
          <p:cNvSpPr/>
          <p:nvPr userDrawn="1"/>
        </p:nvSpPr>
        <p:spPr>
          <a:xfrm>
            <a:off x="0" y="1"/>
            <a:ext cx="12192000" cy="6857999"/>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Freeform: Shape 9">
            <a:extLst>
              <a:ext uri="{FF2B5EF4-FFF2-40B4-BE49-F238E27FC236}">
                <a16:creationId xmlns:a16="http://schemas.microsoft.com/office/drawing/2014/main" id="{096D8877-6B4A-4540-8927-767DD7401718}"/>
              </a:ext>
            </a:extLst>
          </p:cNvPr>
          <p:cNvSpPr/>
          <p:nvPr userDrawn="1"/>
        </p:nvSpPr>
        <p:spPr>
          <a:xfrm>
            <a:off x="0" y="1"/>
            <a:ext cx="12192001" cy="6857999"/>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8" name="Freeform: Shape 17">
            <a:extLst>
              <a:ext uri="{FF2B5EF4-FFF2-40B4-BE49-F238E27FC236}">
                <a16:creationId xmlns:a16="http://schemas.microsoft.com/office/drawing/2014/main" id="{5AF2E123-FE0F-8541-8E36-5030C450AA7E}"/>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9" name="Freeform: Shape 11">
            <a:extLst>
              <a:ext uri="{FF2B5EF4-FFF2-40B4-BE49-F238E27FC236}">
                <a16:creationId xmlns:a16="http://schemas.microsoft.com/office/drawing/2014/main" id="{E5519D99-3B68-924A-9CD0-14B911711CA8}"/>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7">
            <a:extLst>
              <a:ext uri="{FF2B5EF4-FFF2-40B4-BE49-F238E27FC236}">
                <a16:creationId xmlns:a16="http://schemas.microsoft.com/office/drawing/2014/main" id="{A09E21A9-FBEF-144C-A152-FE484F3C55C1}"/>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itle 1">
            <a:extLst>
              <a:ext uri="{FF2B5EF4-FFF2-40B4-BE49-F238E27FC236}">
                <a16:creationId xmlns:a16="http://schemas.microsoft.com/office/drawing/2014/main" id="{70C7F2CB-A8CE-1545-A08D-93592C4BAEEA}"/>
              </a:ext>
            </a:extLst>
          </p:cNvPr>
          <p:cNvSpPr txBox="1">
            <a:spLocks/>
          </p:cNvSpPr>
          <p:nvPr userDrawn="1"/>
        </p:nvSpPr>
        <p:spPr>
          <a:xfrm>
            <a:off x="444500" y="542925"/>
            <a:ext cx="11214100" cy="535531"/>
          </a:xfrm>
          <a:prstGeom prst="rect">
            <a:avLst/>
          </a:prstGeom>
        </p:spPr>
        <p:txBody>
          <a:bodyPr vert="horz" wrap="square" lIns="91440" tIns="45720" rIns="91440" bIns="45720" rtlCol="0" anchor="t">
            <a:spAutoFit/>
          </a:bodyPr>
          <a:lstStyle>
            <a:lvl1pPr algn="l" defTabSz="914400" rtl="0" eaLnBrk="1" latinLnBrk="0" hangingPunct="1">
              <a:lnSpc>
                <a:spcPct val="90000"/>
              </a:lnSpc>
              <a:spcBef>
                <a:spcPct val="0"/>
              </a:spcBef>
              <a:buNone/>
              <a:defRPr lang="en-GB" sz="3200" b="1" kern="1200" spc="-70" baseline="0" dirty="0">
                <a:solidFill>
                  <a:schemeClr val="bg1"/>
                </a:solidFill>
                <a:latin typeface="Trebuchet MS" panose="020B0603020202020204" pitchFamily="34" charset="0"/>
                <a:ea typeface="+mj-ea"/>
                <a:cs typeface="+mj-cs"/>
              </a:defRPr>
            </a:lvl1pPr>
          </a:lstStyle>
          <a:p>
            <a:r>
              <a:rPr lang="en-US" noProof="0" dirty="0">
                <a:latin typeface="+mj-lt"/>
              </a:rPr>
              <a:t>Click to edit Master title style</a:t>
            </a:r>
          </a:p>
        </p:txBody>
      </p:sp>
      <p:grpSp>
        <p:nvGrpSpPr>
          <p:cNvPr id="12" name="Group 11">
            <a:extLst>
              <a:ext uri="{FF2B5EF4-FFF2-40B4-BE49-F238E27FC236}">
                <a16:creationId xmlns:a16="http://schemas.microsoft.com/office/drawing/2014/main" id="{7068FCE4-1B47-3C4B-B091-013120A97D09}"/>
              </a:ext>
            </a:extLst>
          </p:cNvPr>
          <p:cNvGrpSpPr/>
          <p:nvPr userDrawn="1"/>
        </p:nvGrpSpPr>
        <p:grpSpPr>
          <a:xfrm rot="16200000">
            <a:off x="499388" y="-322655"/>
            <a:ext cx="535531" cy="645309"/>
            <a:chOff x="10945855" y="7317026"/>
            <a:chExt cx="2483924" cy="2993104"/>
          </a:xfrm>
        </p:grpSpPr>
        <p:sp>
          <p:nvSpPr>
            <p:cNvPr id="13" name="Freeform: Shape 15">
              <a:extLst>
                <a:ext uri="{FF2B5EF4-FFF2-40B4-BE49-F238E27FC236}">
                  <a16:creationId xmlns:a16="http://schemas.microsoft.com/office/drawing/2014/main" id="{FEC3FDE7-F27E-5E4E-8752-287CAB7792D4}"/>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Freeform: Shape 16">
              <a:extLst>
                <a:ext uri="{FF2B5EF4-FFF2-40B4-BE49-F238E27FC236}">
                  <a16:creationId xmlns:a16="http://schemas.microsoft.com/office/drawing/2014/main" id="{81C902DB-0D21-5044-82B6-9E7A70A1BF62}"/>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15" name="Group 14">
            <a:extLst>
              <a:ext uri="{FF2B5EF4-FFF2-40B4-BE49-F238E27FC236}">
                <a16:creationId xmlns:a16="http://schemas.microsoft.com/office/drawing/2014/main" id="{BE1E08A0-195D-694F-947B-986A76FBB93E}"/>
              </a:ext>
            </a:extLst>
          </p:cNvPr>
          <p:cNvGrpSpPr/>
          <p:nvPr userDrawn="1"/>
        </p:nvGrpSpPr>
        <p:grpSpPr>
          <a:xfrm>
            <a:off x="-1" y="1357409"/>
            <a:ext cx="12192001" cy="4846320"/>
            <a:chOff x="-1" y="1357409"/>
            <a:chExt cx="12192001" cy="4917518"/>
          </a:xfrm>
        </p:grpSpPr>
        <p:sp>
          <p:nvSpPr>
            <p:cNvPr id="16" name="Rectangle: Single Corner Snipped 18">
              <a:extLst>
                <a:ext uri="{FF2B5EF4-FFF2-40B4-BE49-F238E27FC236}">
                  <a16:creationId xmlns:a16="http://schemas.microsoft.com/office/drawing/2014/main" id="{ED5DFFCD-1EE3-E64E-B51F-BD7D72413E0B}"/>
                </a:ext>
              </a:extLst>
            </p:cNvPr>
            <p:cNvSpPr/>
            <p:nvPr userDrawn="1"/>
          </p:nvSpPr>
          <p:spPr>
            <a:xfrm flipV="1">
              <a:off x="-1" y="1357409"/>
              <a:ext cx="12192000" cy="4917518"/>
            </a:xfrm>
            <a:prstGeom prst="snip1Rect">
              <a:avLst>
                <a:gd name="adj" fmla="val 0"/>
              </a:avLst>
            </a:prstGeom>
            <a:pattFill prst="dkVert">
              <a:fgClr>
                <a:schemeClr val="accent5"/>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17" name="Rectangle: Single Corner Snipped 2">
              <a:extLst>
                <a:ext uri="{FF2B5EF4-FFF2-40B4-BE49-F238E27FC236}">
                  <a16:creationId xmlns:a16="http://schemas.microsoft.com/office/drawing/2014/main" id="{C12DB3CA-8E64-AA43-BFBE-A2CA9A816DBE}"/>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8" name="Freeform: Shape 23">
            <a:extLst>
              <a:ext uri="{FF2B5EF4-FFF2-40B4-BE49-F238E27FC236}">
                <a16:creationId xmlns:a16="http://schemas.microsoft.com/office/drawing/2014/main" id="{A587DEFD-D470-4142-8E0D-A71DDB147C92}"/>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Slide Number Placeholder 4">
            <a:extLst>
              <a:ext uri="{FF2B5EF4-FFF2-40B4-BE49-F238E27FC236}">
                <a16:creationId xmlns:a16="http://schemas.microsoft.com/office/drawing/2014/main" id="{7D9BF857-7910-734D-A217-5E3344220AA2}"/>
              </a:ext>
            </a:extLst>
          </p:cNvPr>
          <p:cNvSpPr txBox="1">
            <a:spLocks/>
          </p:cNvSpPr>
          <p:nvPr userDrawn="1"/>
        </p:nvSpPr>
        <p:spPr>
          <a:xfrm>
            <a:off x="11252200" y="6315075"/>
            <a:ext cx="406400" cy="365125"/>
          </a:xfrm>
          <a:prstGeom prst="rect">
            <a:avLst/>
          </a:prstGeom>
        </p:spPr>
        <p:txBody>
          <a:bodyPr/>
          <a:lstStyle>
            <a:defPPr>
              <a:defRPr lang="en-US"/>
            </a:defPPr>
            <a:lvl1pPr marL="0" algn="l" defTabSz="914400" rtl="0" eaLnBrk="1" latinLnBrk="0" hangingPunct="1">
              <a:defRPr sz="1000" kern="1200">
                <a:solidFill>
                  <a:schemeClr val="bg1"/>
                </a:solidFill>
                <a:latin typeface="Trade Gothic LT Pro" panose="020B05030403030200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666093331"/>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60" r:id="rId3"/>
    <p:sldLayoutId id="2147483666" r:id="rId4"/>
    <p:sldLayoutId id="2147483654" r:id="rId5"/>
    <p:sldLayoutId id="2147483661" r:id="rId6"/>
    <p:sldLayoutId id="2147483677" r:id="rId7"/>
    <p:sldLayoutId id="2147483674" r:id="rId8"/>
    <p:sldLayoutId id="2147483665" r:id="rId9"/>
    <p:sldLayoutId id="2147483673" r:id="rId10"/>
    <p:sldLayoutId id="2147483662" r:id="rId11"/>
    <p:sldLayoutId id="2147483663" r:id="rId12"/>
    <p:sldLayoutId id="2147483664" r:id="rId13"/>
    <p:sldLayoutId id="2147483675" r:id="rId14"/>
    <p:sldLayoutId id="2147483676" r:id="rId15"/>
    <p:sldLayoutId id="2147483672" r:id="rId16"/>
    <p:sldLayoutId id="2147483667" r:id="rId17"/>
    <p:sldLayoutId id="2147483668"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2"/>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336" userDrawn="1">
          <p15:clr>
            <a:srgbClr val="F26B43"/>
          </p15:clr>
        </p15:guide>
        <p15:guide id="4" orient="horz" pos="336" userDrawn="1">
          <p15:clr>
            <a:srgbClr val="F26B43"/>
          </p15:clr>
        </p15:guide>
        <p15:guide id="5" pos="7344" userDrawn="1">
          <p15:clr>
            <a:srgbClr val="F26B43"/>
          </p15:clr>
        </p15:guide>
        <p15:guide id="6" orient="horz" pos="398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BE5BF-9922-45FB-8F3F-4446D40A051B}"/>
              </a:ext>
            </a:extLst>
          </p:cNvPr>
          <p:cNvSpPr>
            <a:spLocks noGrp="1"/>
          </p:cNvSpPr>
          <p:nvPr>
            <p:ph type="ctrTitle"/>
          </p:nvPr>
        </p:nvSpPr>
        <p:spPr/>
        <p:txBody>
          <a:bodyPr/>
          <a:lstStyle/>
          <a:p>
            <a:pPr algn="ctr"/>
            <a:r>
              <a:rPr lang="en-US" sz="4000" dirty="0">
                <a:solidFill>
                  <a:schemeClr val="bg1">
                    <a:lumMod val="95000"/>
                  </a:schemeClr>
                </a:solidFill>
              </a:rPr>
              <a:t>LEAVE REQUEST MANAGEMENT SYSTEM</a:t>
            </a:r>
          </a:p>
        </p:txBody>
      </p:sp>
    </p:spTree>
    <p:extLst>
      <p:ext uri="{BB962C8B-B14F-4D97-AF65-F5344CB8AC3E}">
        <p14:creationId xmlns:p14="http://schemas.microsoft.com/office/powerpoint/2010/main" val="3946934594"/>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3BD8413-C238-49D7-A4E1-E8FEF1811A0E}"/>
              </a:ext>
            </a:extLst>
          </p:cNvPr>
          <p:cNvSpPr>
            <a:spLocks noGrp="1"/>
          </p:cNvSpPr>
          <p:nvPr>
            <p:ph type="title"/>
          </p:nvPr>
        </p:nvSpPr>
        <p:spPr>
          <a:xfrm>
            <a:off x="3137982" y="-259679"/>
            <a:ext cx="7781544" cy="859055"/>
          </a:xfrm>
        </p:spPr>
        <p:txBody>
          <a:bodyPr>
            <a:normAutofit/>
          </a:bodyPr>
          <a:lstStyle/>
          <a:p>
            <a:r>
              <a:rPr lang="en-US" sz="3600" dirty="0"/>
              <a:t>PROBLEM STATEMENT</a:t>
            </a:r>
          </a:p>
        </p:txBody>
      </p:sp>
      <p:sp>
        <p:nvSpPr>
          <p:cNvPr id="2" name="Slide Number Placeholder 1">
            <a:extLst>
              <a:ext uri="{FF2B5EF4-FFF2-40B4-BE49-F238E27FC236}">
                <a16:creationId xmlns:a16="http://schemas.microsoft.com/office/drawing/2014/main" id="{0B24BF10-2B55-43AB-9F77-F1A1410384A9}"/>
              </a:ext>
            </a:extLst>
          </p:cNvPr>
          <p:cNvSpPr>
            <a:spLocks noGrp="1"/>
          </p:cNvSpPr>
          <p:nvPr>
            <p:ph type="sldNum" sz="quarter" idx="12"/>
          </p:nvPr>
        </p:nvSpPr>
        <p:spPr/>
        <p:txBody>
          <a:bodyPr/>
          <a:lstStyle/>
          <a:p>
            <a:fld id="{C263D6C4-4840-40CC-AC84-17E24B3B7BDE}" type="slidenum">
              <a:rPr lang="en-US" smtClean="0"/>
              <a:pPr/>
              <a:t>2</a:t>
            </a:fld>
            <a:endParaRPr lang="en-US" dirty="0"/>
          </a:p>
        </p:txBody>
      </p:sp>
      <p:sp>
        <p:nvSpPr>
          <p:cNvPr id="6" name="TextBox 5">
            <a:extLst>
              <a:ext uri="{FF2B5EF4-FFF2-40B4-BE49-F238E27FC236}">
                <a16:creationId xmlns:a16="http://schemas.microsoft.com/office/drawing/2014/main" id="{E9C66B67-290A-2098-7855-D4A8733DAF2F}"/>
              </a:ext>
            </a:extLst>
          </p:cNvPr>
          <p:cNvSpPr txBox="1"/>
          <p:nvPr/>
        </p:nvSpPr>
        <p:spPr>
          <a:xfrm>
            <a:off x="660223" y="1868557"/>
            <a:ext cx="7887429" cy="2585323"/>
          </a:xfrm>
          <a:prstGeom prst="rect">
            <a:avLst/>
          </a:prstGeom>
          <a:noFill/>
        </p:spPr>
        <p:txBody>
          <a:bodyPr wrap="square" rtlCol="0">
            <a:spAutoFit/>
          </a:bodyPr>
          <a:lstStyle/>
          <a:p>
            <a:pPr algn="just"/>
            <a:r>
              <a:rPr lang="en-US" dirty="0">
                <a:solidFill>
                  <a:schemeClr val="bg1"/>
                </a:solidFill>
              </a:rPr>
              <a:t>The existing leave request management system provides essential modules such as employee self‑service, manager dashboards, absence management, approvals, reporting, and viewing. However, the current user interface is outdated and not optimized for ease of use, resulting in a less engaging experience for employees and managers. Navigating dashboards, submitting requests, and tracking approvals can feel cumbersome, which reduces efficiency and adoption. A modern, intuitive UI is needed to improve accessibility, streamline interactions, and enhance the overall user experience while keeping the system’s core functionality intact.</a:t>
            </a:r>
          </a:p>
        </p:txBody>
      </p:sp>
    </p:spTree>
    <p:extLst>
      <p:ext uri="{BB962C8B-B14F-4D97-AF65-F5344CB8AC3E}">
        <p14:creationId xmlns:p14="http://schemas.microsoft.com/office/powerpoint/2010/main" val="2902794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EC04F-230C-EDEE-2E2B-51A859BBBAB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5C675AE-D205-AE97-F63E-B9691292F7B1}"/>
              </a:ext>
            </a:extLst>
          </p:cNvPr>
          <p:cNvSpPr>
            <a:spLocks noGrp="1"/>
          </p:cNvSpPr>
          <p:nvPr>
            <p:ph type="title"/>
          </p:nvPr>
        </p:nvSpPr>
        <p:spPr>
          <a:xfrm>
            <a:off x="4513558" y="-347143"/>
            <a:ext cx="7781544" cy="859055"/>
          </a:xfrm>
        </p:spPr>
        <p:txBody>
          <a:bodyPr>
            <a:normAutofit/>
          </a:bodyPr>
          <a:lstStyle/>
          <a:p>
            <a:r>
              <a:rPr lang="en-US" sz="3600" dirty="0"/>
              <a:t>SOLUTION</a:t>
            </a:r>
          </a:p>
        </p:txBody>
      </p:sp>
      <p:sp>
        <p:nvSpPr>
          <p:cNvPr id="2" name="Slide Number Placeholder 1">
            <a:extLst>
              <a:ext uri="{FF2B5EF4-FFF2-40B4-BE49-F238E27FC236}">
                <a16:creationId xmlns:a16="http://schemas.microsoft.com/office/drawing/2014/main" id="{976D7CC1-3DF5-293F-1348-5B008A418C03}"/>
              </a:ext>
            </a:extLst>
          </p:cNvPr>
          <p:cNvSpPr>
            <a:spLocks noGrp="1"/>
          </p:cNvSpPr>
          <p:nvPr>
            <p:ph type="sldNum" sz="quarter" idx="12"/>
          </p:nvPr>
        </p:nvSpPr>
        <p:spPr/>
        <p:txBody>
          <a:bodyPr/>
          <a:lstStyle/>
          <a:p>
            <a:fld id="{C263D6C4-4840-40CC-AC84-17E24B3B7BDE}" type="slidenum">
              <a:rPr lang="en-US" smtClean="0"/>
              <a:pPr/>
              <a:t>3</a:t>
            </a:fld>
            <a:endParaRPr lang="en-US" dirty="0"/>
          </a:p>
        </p:txBody>
      </p:sp>
      <p:sp>
        <p:nvSpPr>
          <p:cNvPr id="3" name="TextBox 2">
            <a:extLst>
              <a:ext uri="{FF2B5EF4-FFF2-40B4-BE49-F238E27FC236}">
                <a16:creationId xmlns:a16="http://schemas.microsoft.com/office/drawing/2014/main" id="{57122F4D-6DBE-76E3-23C6-DA4863FAB806}"/>
              </a:ext>
            </a:extLst>
          </p:cNvPr>
          <p:cNvSpPr txBox="1"/>
          <p:nvPr/>
        </p:nvSpPr>
        <p:spPr>
          <a:xfrm>
            <a:off x="159026" y="1332489"/>
            <a:ext cx="2790908" cy="1384995"/>
          </a:xfrm>
          <a:prstGeom prst="rect">
            <a:avLst/>
          </a:prstGeom>
          <a:noFill/>
        </p:spPr>
        <p:txBody>
          <a:bodyPr wrap="square" rtlCol="0">
            <a:spAutoFit/>
          </a:bodyPr>
          <a:lstStyle/>
          <a:p>
            <a:pPr marL="285750" indent="-285750">
              <a:buFont typeface="Wingdings" panose="05000000000000000000" pitchFamily="2" charset="2"/>
              <a:buChar char="§"/>
            </a:pPr>
            <a:r>
              <a:rPr lang="en-US" sz="1200" b="1" dirty="0">
                <a:solidFill>
                  <a:schemeClr val="bg1"/>
                </a:solidFill>
              </a:rPr>
              <a:t>Retain Existing Modules</a:t>
            </a:r>
          </a:p>
          <a:p>
            <a:endParaRPr lang="en-US" sz="1200" dirty="0">
              <a:solidFill>
                <a:schemeClr val="bg1"/>
              </a:solidFill>
            </a:endParaRPr>
          </a:p>
          <a:p>
            <a:pPr algn="just"/>
            <a:r>
              <a:rPr lang="en-US" sz="1200" dirty="0">
                <a:solidFill>
                  <a:schemeClr val="bg1"/>
                </a:solidFill>
              </a:rPr>
              <a:t>Employee Self Service Dashboard, Manager Dashboard, Manage Absence, Approve Section, Report Section, Absence Analytics and View Section remain unchanged.</a:t>
            </a:r>
          </a:p>
        </p:txBody>
      </p:sp>
      <p:sp>
        <p:nvSpPr>
          <p:cNvPr id="5" name="TextBox 4">
            <a:extLst>
              <a:ext uri="{FF2B5EF4-FFF2-40B4-BE49-F238E27FC236}">
                <a16:creationId xmlns:a16="http://schemas.microsoft.com/office/drawing/2014/main" id="{297FEE35-23BC-6D53-2452-5CDAF2D1C8B9}"/>
              </a:ext>
            </a:extLst>
          </p:cNvPr>
          <p:cNvSpPr txBox="1"/>
          <p:nvPr/>
        </p:nvSpPr>
        <p:spPr>
          <a:xfrm>
            <a:off x="3428338" y="1332489"/>
            <a:ext cx="2790908" cy="1015663"/>
          </a:xfrm>
          <a:prstGeom prst="rect">
            <a:avLst/>
          </a:prstGeom>
          <a:noFill/>
        </p:spPr>
        <p:txBody>
          <a:bodyPr wrap="square" rtlCol="0">
            <a:spAutoFit/>
          </a:bodyPr>
          <a:lstStyle/>
          <a:p>
            <a:pPr marL="285750" indent="-285750">
              <a:buFont typeface="Wingdings" panose="05000000000000000000" pitchFamily="2" charset="2"/>
              <a:buChar char="§"/>
            </a:pPr>
            <a:r>
              <a:rPr lang="en-US" sz="1200" b="1" dirty="0">
                <a:solidFill>
                  <a:schemeClr val="bg1"/>
                </a:solidFill>
              </a:rPr>
              <a:t>Modern User Interface </a:t>
            </a:r>
          </a:p>
          <a:p>
            <a:pPr marL="285750" indent="-285750">
              <a:buFont typeface="Wingdings" panose="05000000000000000000" pitchFamily="2" charset="2"/>
              <a:buChar char="§"/>
            </a:pPr>
            <a:endParaRPr lang="en-US" sz="1200" dirty="0">
              <a:solidFill>
                <a:schemeClr val="bg1"/>
              </a:solidFill>
            </a:endParaRPr>
          </a:p>
          <a:p>
            <a:pPr algn="just"/>
            <a:r>
              <a:rPr lang="en-US" sz="1200" dirty="0">
                <a:solidFill>
                  <a:schemeClr val="bg1"/>
                </a:solidFill>
              </a:rPr>
              <a:t>Redesigned UI with intuitive navigation, clean layouts, and improved accessibility.</a:t>
            </a:r>
          </a:p>
        </p:txBody>
      </p:sp>
      <p:sp>
        <p:nvSpPr>
          <p:cNvPr id="7" name="TextBox 6">
            <a:extLst>
              <a:ext uri="{FF2B5EF4-FFF2-40B4-BE49-F238E27FC236}">
                <a16:creationId xmlns:a16="http://schemas.microsoft.com/office/drawing/2014/main" id="{5D943077-1387-FD87-DA9E-3236741D8D9D}"/>
              </a:ext>
            </a:extLst>
          </p:cNvPr>
          <p:cNvSpPr txBox="1"/>
          <p:nvPr/>
        </p:nvSpPr>
        <p:spPr>
          <a:xfrm>
            <a:off x="3423037" y="3124854"/>
            <a:ext cx="3066553" cy="1384995"/>
          </a:xfrm>
          <a:prstGeom prst="rect">
            <a:avLst/>
          </a:prstGeom>
          <a:noFill/>
        </p:spPr>
        <p:txBody>
          <a:bodyPr wrap="square" rtlCol="0">
            <a:spAutoFit/>
          </a:bodyPr>
          <a:lstStyle/>
          <a:p>
            <a:pPr marL="285750" indent="-285750">
              <a:buFont typeface="Wingdings" panose="05000000000000000000" pitchFamily="2" charset="2"/>
              <a:buChar char="§"/>
            </a:pPr>
            <a:r>
              <a:rPr lang="en-US" sz="1200" b="1" dirty="0">
                <a:solidFill>
                  <a:schemeClr val="bg1"/>
                </a:solidFill>
              </a:rPr>
              <a:t>Enhanced Employee Experience</a:t>
            </a:r>
          </a:p>
          <a:p>
            <a:pPr marL="285750" indent="-285750">
              <a:buFont typeface="Wingdings" panose="05000000000000000000" pitchFamily="2" charset="2"/>
              <a:buChar char="§"/>
            </a:pPr>
            <a:endParaRPr lang="en-US" sz="1200" b="1" dirty="0">
              <a:solidFill>
                <a:schemeClr val="bg1"/>
              </a:solidFill>
            </a:endParaRPr>
          </a:p>
          <a:p>
            <a:r>
              <a:rPr lang="en-US" sz="1200" dirty="0">
                <a:solidFill>
                  <a:schemeClr val="bg1"/>
                </a:solidFill>
              </a:rPr>
              <a:t>Easier leave application, balance tracking, and request monitoring through a self‑service dashboard.</a:t>
            </a:r>
            <a:endParaRPr lang="en-US" sz="1200" b="1" dirty="0">
              <a:solidFill>
                <a:schemeClr val="bg1"/>
              </a:solidFill>
            </a:endParaRPr>
          </a:p>
          <a:p>
            <a:pPr marL="285750" indent="-285750">
              <a:buFont typeface="Wingdings" panose="05000000000000000000" pitchFamily="2" charset="2"/>
              <a:buChar char="§"/>
            </a:pPr>
            <a:endParaRPr lang="en-US" sz="1200" dirty="0">
              <a:solidFill>
                <a:schemeClr val="bg1"/>
              </a:solidFill>
            </a:endParaRPr>
          </a:p>
          <a:p>
            <a:pPr algn="just"/>
            <a:endParaRPr lang="en-US" sz="1200" dirty="0">
              <a:solidFill>
                <a:schemeClr val="bg1"/>
              </a:solidFill>
            </a:endParaRPr>
          </a:p>
        </p:txBody>
      </p:sp>
      <p:sp>
        <p:nvSpPr>
          <p:cNvPr id="10" name="TextBox 9">
            <a:extLst>
              <a:ext uri="{FF2B5EF4-FFF2-40B4-BE49-F238E27FC236}">
                <a16:creationId xmlns:a16="http://schemas.microsoft.com/office/drawing/2014/main" id="{8D373CA4-88DB-07C8-5A65-7D1A214C1CBE}"/>
              </a:ext>
            </a:extLst>
          </p:cNvPr>
          <p:cNvSpPr txBox="1"/>
          <p:nvPr/>
        </p:nvSpPr>
        <p:spPr>
          <a:xfrm>
            <a:off x="159026" y="3242127"/>
            <a:ext cx="2790908" cy="1015663"/>
          </a:xfrm>
          <a:prstGeom prst="rect">
            <a:avLst/>
          </a:prstGeom>
          <a:noFill/>
        </p:spPr>
        <p:txBody>
          <a:bodyPr wrap="square" rtlCol="0">
            <a:spAutoFit/>
          </a:bodyPr>
          <a:lstStyle/>
          <a:p>
            <a:pPr marL="285750" indent="-285750">
              <a:buFont typeface="Wingdings" panose="05000000000000000000" pitchFamily="2" charset="2"/>
              <a:buChar char="§"/>
            </a:pPr>
            <a:r>
              <a:rPr lang="en-US" sz="1200" b="1" dirty="0">
                <a:solidFill>
                  <a:schemeClr val="bg1"/>
                </a:solidFill>
              </a:rPr>
              <a:t>Improved Manager Tools</a:t>
            </a:r>
          </a:p>
          <a:p>
            <a:endParaRPr lang="en-US" sz="1200" dirty="0">
              <a:solidFill>
                <a:schemeClr val="bg1"/>
              </a:solidFill>
            </a:endParaRPr>
          </a:p>
          <a:p>
            <a:pPr algn="just"/>
            <a:r>
              <a:rPr lang="en-US" sz="1200" dirty="0">
                <a:solidFill>
                  <a:schemeClr val="bg1"/>
                </a:solidFill>
              </a:rPr>
              <a:t>Streamlined approval workflows, clearer team availability calendars, and conflict alerts for faster decisions.</a:t>
            </a:r>
          </a:p>
        </p:txBody>
      </p:sp>
      <p:sp>
        <p:nvSpPr>
          <p:cNvPr id="11" name="TextBox 10">
            <a:extLst>
              <a:ext uri="{FF2B5EF4-FFF2-40B4-BE49-F238E27FC236}">
                <a16:creationId xmlns:a16="http://schemas.microsoft.com/office/drawing/2014/main" id="{C10008B0-97FC-BA33-5469-CAB100143987}"/>
              </a:ext>
            </a:extLst>
          </p:cNvPr>
          <p:cNvSpPr txBox="1"/>
          <p:nvPr/>
        </p:nvSpPr>
        <p:spPr>
          <a:xfrm>
            <a:off x="159026" y="4882506"/>
            <a:ext cx="2790908" cy="1015663"/>
          </a:xfrm>
          <a:prstGeom prst="rect">
            <a:avLst/>
          </a:prstGeom>
          <a:noFill/>
        </p:spPr>
        <p:txBody>
          <a:bodyPr wrap="square" rtlCol="0">
            <a:spAutoFit/>
          </a:bodyPr>
          <a:lstStyle/>
          <a:p>
            <a:pPr marL="285750" indent="-285750">
              <a:buFont typeface="Wingdings" panose="05000000000000000000" pitchFamily="2" charset="2"/>
              <a:buChar char="§"/>
            </a:pPr>
            <a:r>
              <a:rPr lang="en-US" sz="1200" b="1" dirty="0">
                <a:solidFill>
                  <a:schemeClr val="bg1"/>
                </a:solidFill>
              </a:rPr>
              <a:t>Focus and usability</a:t>
            </a:r>
          </a:p>
          <a:p>
            <a:endParaRPr lang="en-US" sz="1200" dirty="0">
              <a:solidFill>
                <a:schemeClr val="bg1"/>
              </a:solidFill>
            </a:endParaRPr>
          </a:p>
          <a:p>
            <a:pPr algn="just"/>
            <a:r>
              <a:rPr lang="en-US" sz="1200" dirty="0">
                <a:solidFill>
                  <a:schemeClr val="bg1"/>
                </a:solidFill>
              </a:rPr>
              <a:t>Simplified interactions, reduced clicks, and visually engaging dashboards to boost adoption.</a:t>
            </a:r>
          </a:p>
        </p:txBody>
      </p:sp>
      <p:sp>
        <p:nvSpPr>
          <p:cNvPr id="12" name="TextBox 11">
            <a:extLst>
              <a:ext uri="{FF2B5EF4-FFF2-40B4-BE49-F238E27FC236}">
                <a16:creationId xmlns:a16="http://schemas.microsoft.com/office/drawing/2014/main" id="{B364846C-89FB-7458-7E80-089FA41391DB}"/>
              </a:ext>
            </a:extLst>
          </p:cNvPr>
          <p:cNvSpPr txBox="1"/>
          <p:nvPr/>
        </p:nvSpPr>
        <p:spPr>
          <a:xfrm>
            <a:off x="3428338" y="4882506"/>
            <a:ext cx="2790908" cy="1015663"/>
          </a:xfrm>
          <a:prstGeom prst="rect">
            <a:avLst/>
          </a:prstGeom>
          <a:noFill/>
        </p:spPr>
        <p:txBody>
          <a:bodyPr wrap="square" rtlCol="0">
            <a:spAutoFit/>
          </a:bodyPr>
          <a:lstStyle/>
          <a:p>
            <a:pPr marL="285750" indent="-285750">
              <a:buFont typeface="Wingdings" panose="05000000000000000000" pitchFamily="2" charset="2"/>
              <a:buChar char="§"/>
            </a:pPr>
            <a:r>
              <a:rPr lang="en-US" sz="1200" b="1" dirty="0">
                <a:solidFill>
                  <a:schemeClr val="bg1"/>
                </a:solidFill>
              </a:rPr>
              <a:t>Outcome</a:t>
            </a:r>
          </a:p>
          <a:p>
            <a:endParaRPr lang="en-US" sz="1200" dirty="0">
              <a:solidFill>
                <a:schemeClr val="bg1"/>
              </a:solidFill>
            </a:endParaRPr>
          </a:p>
          <a:p>
            <a:pPr algn="just"/>
            <a:r>
              <a:rPr lang="en-US" sz="1200" dirty="0">
                <a:solidFill>
                  <a:schemeClr val="bg1"/>
                </a:solidFill>
              </a:rPr>
              <a:t>Greater efficiency, transparency, and satisfaction without altering the system’s core functionality.</a:t>
            </a:r>
          </a:p>
        </p:txBody>
      </p:sp>
    </p:spTree>
    <p:extLst>
      <p:ext uri="{BB962C8B-B14F-4D97-AF65-F5344CB8AC3E}">
        <p14:creationId xmlns:p14="http://schemas.microsoft.com/office/powerpoint/2010/main" val="19751615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8464C-0BE5-195A-EA6A-48A445DA49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7B9C9CB-CE8A-8DDC-B44C-242CED041EBB}"/>
              </a:ext>
            </a:extLst>
          </p:cNvPr>
          <p:cNvSpPr>
            <a:spLocks noGrp="1"/>
          </p:cNvSpPr>
          <p:nvPr>
            <p:ph type="title"/>
          </p:nvPr>
        </p:nvSpPr>
        <p:spPr>
          <a:xfrm>
            <a:off x="3193641" y="-283533"/>
            <a:ext cx="7781544" cy="859055"/>
          </a:xfrm>
        </p:spPr>
        <p:txBody>
          <a:bodyPr>
            <a:normAutofit/>
          </a:bodyPr>
          <a:lstStyle/>
          <a:p>
            <a:r>
              <a:rPr lang="en-US" sz="3600" dirty="0"/>
              <a:t>FEATURES FOR EMPLOYEE</a:t>
            </a:r>
          </a:p>
        </p:txBody>
      </p:sp>
      <p:sp>
        <p:nvSpPr>
          <p:cNvPr id="2" name="Slide Number Placeholder 1">
            <a:extLst>
              <a:ext uri="{FF2B5EF4-FFF2-40B4-BE49-F238E27FC236}">
                <a16:creationId xmlns:a16="http://schemas.microsoft.com/office/drawing/2014/main" id="{BDFAD90E-FF2F-AF6F-9867-338E6B94E315}"/>
              </a:ext>
            </a:extLst>
          </p:cNvPr>
          <p:cNvSpPr>
            <a:spLocks noGrp="1"/>
          </p:cNvSpPr>
          <p:nvPr>
            <p:ph type="sldNum" sz="quarter" idx="12"/>
          </p:nvPr>
        </p:nvSpPr>
        <p:spPr/>
        <p:txBody>
          <a:bodyPr/>
          <a:lstStyle/>
          <a:p>
            <a:fld id="{C263D6C4-4840-40CC-AC84-17E24B3B7BDE}" type="slidenum">
              <a:rPr lang="en-US" smtClean="0"/>
              <a:pPr/>
              <a:t>4</a:t>
            </a:fld>
            <a:endParaRPr lang="en-US" dirty="0"/>
          </a:p>
        </p:txBody>
      </p:sp>
      <p:sp>
        <p:nvSpPr>
          <p:cNvPr id="6" name="TextBox 5">
            <a:extLst>
              <a:ext uri="{FF2B5EF4-FFF2-40B4-BE49-F238E27FC236}">
                <a16:creationId xmlns:a16="http://schemas.microsoft.com/office/drawing/2014/main" id="{0534C765-E0AE-5C2B-03AE-D061F071D644}"/>
              </a:ext>
            </a:extLst>
          </p:cNvPr>
          <p:cNvSpPr txBox="1"/>
          <p:nvPr/>
        </p:nvSpPr>
        <p:spPr>
          <a:xfrm>
            <a:off x="612250" y="1757238"/>
            <a:ext cx="6702950" cy="3785652"/>
          </a:xfrm>
          <a:prstGeom prst="rect">
            <a:avLst/>
          </a:prstGeom>
          <a:noFill/>
        </p:spPr>
        <p:txBody>
          <a:bodyPr wrap="square" rtlCol="0">
            <a:spAutoFit/>
          </a:bodyPr>
          <a:lstStyle/>
          <a:p>
            <a:pPr marL="342900" indent="-342900">
              <a:buFont typeface="+mj-lt"/>
              <a:buAutoNum type="arabicPeriod"/>
            </a:pPr>
            <a:r>
              <a:rPr lang="en-US" sz="1600" b="1" dirty="0">
                <a:solidFill>
                  <a:schemeClr val="bg1"/>
                </a:solidFill>
              </a:rPr>
              <a:t>Apply / Schedule Leave</a:t>
            </a:r>
            <a:r>
              <a:rPr lang="en-US" sz="1600" dirty="0">
                <a:solidFill>
                  <a:schemeClr val="bg1"/>
                </a:solidFill>
              </a:rPr>
              <a:t> – Submit requests for different types of leave with ease</a:t>
            </a:r>
          </a:p>
          <a:p>
            <a:pPr marL="342900" indent="-342900">
              <a:buFont typeface="+mj-lt"/>
              <a:buAutoNum type="arabicPeriod"/>
            </a:pPr>
            <a:endParaRPr lang="en-US" sz="1600" dirty="0">
              <a:solidFill>
                <a:schemeClr val="bg1"/>
              </a:solidFill>
            </a:endParaRPr>
          </a:p>
          <a:p>
            <a:pPr marL="342900" indent="-342900">
              <a:buFont typeface="+mj-lt"/>
              <a:buAutoNum type="arabicPeriod"/>
            </a:pPr>
            <a:r>
              <a:rPr lang="en-US" sz="1600" b="1" dirty="0">
                <a:solidFill>
                  <a:schemeClr val="bg1"/>
                </a:solidFill>
              </a:rPr>
              <a:t>Absence History</a:t>
            </a:r>
            <a:r>
              <a:rPr lang="en-US" sz="1600" dirty="0">
                <a:solidFill>
                  <a:schemeClr val="bg1"/>
                </a:solidFill>
              </a:rPr>
              <a:t> – View past leave records and approvals</a:t>
            </a:r>
          </a:p>
          <a:p>
            <a:pPr marL="342900" indent="-342900">
              <a:buFont typeface="+mj-lt"/>
              <a:buAutoNum type="arabicPeriod"/>
            </a:pPr>
            <a:endParaRPr lang="en-US" sz="1600" dirty="0">
              <a:solidFill>
                <a:schemeClr val="bg1"/>
              </a:solidFill>
            </a:endParaRPr>
          </a:p>
          <a:p>
            <a:pPr marL="342900" indent="-342900">
              <a:buFont typeface="+mj-lt"/>
              <a:buAutoNum type="arabicPeriod"/>
            </a:pPr>
            <a:r>
              <a:rPr lang="en-US" sz="1600" b="1" dirty="0">
                <a:solidFill>
                  <a:schemeClr val="bg1"/>
                </a:solidFill>
              </a:rPr>
              <a:t>Leave Balances</a:t>
            </a:r>
            <a:r>
              <a:rPr lang="en-US" sz="1600" dirty="0">
                <a:solidFill>
                  <a:schemeClr val="bg1"/>
                </a:solidFill>
              </a:rPr>
              <a:t> – Check available leave balance in real time</a:t>
            </a:r>
          </a:p>
          <a:p>
            <a:pPr marL="342900" indent="-342900">
              <a:buFont typeface="+mj-lt"/>
              <a:buAutoNum type="arabicPeriod"/>
            </a:pPr>
            <a:endParaRPr lang="en-US" sz="1600" dirty="0">
              <a:solidFill>
                <a:schemeClr val="bg1"/>
              </a:solidFill>
            </a:endParaRPr>
          </a:p>
          <a:p>
            <a:pPr marL="342900" indent="-342900">
              <a:buFont typeface="+mj-lt"/>
              <a:buAutoNum type="arabicPeriod"/>
            </a:pPr>
            <a:r>
              <a:rPr lang="en-US" sz="1600" b="1" dirty="0">
                <a:solidFill>
                  <a:schemeClr val="bg1"/>
                </a:solidFill>
              </a:rPr>
              <a:t>Cancel Leave</a:t>
            </a:r>
            <a:r>
              <a:rPr lang="en-US" sz="1600" dirty="0">
                <a:solidFill>
                  <a:schemeClr val="bg1"/>
                </a:solidFill>
              </a:rPr>
              <a:t> – Withdraw or cancel previously applied leave requests</a:t>
            </a:r>
          </a:p>
          <a:p>
            <a:pPr marL="342900" indent="-342900">
              <a:buFont typeface="+mj-lt"/>
              <a:buAutoNum type="arabicPeriod"/>
            </a:pPr>
            <a:endParaRPr lang="en-US" sz="1600" dirty="0">
              <a:solidFill>
                <a:schemeClr val="bg1"/>
              </a:solidFill>
            </a:endParaRPr>
          </a:p>
          <a:p>
            <a:pPr marL="342900" indent="-342900">
              <a:buFont typeface="+mj-lt"/>
              <a:buAutoNum type="arabicPeriod"/>
            </a:pPr>
            <a:r>
              <a:rPr lang="en-US" sz="1600" b="1" dirty="0">
                <a:solidFill>
                  <a:schemeClr val="bg1"/>
                </a:solidFill>
              </a:rPr>
              <a:t>Compensatory Off Request</a:t>
            </a:r>
            <a:r>
              <a:rPr lang="en-US" sz="1600" dirty="0">
                <a:solidFill>
                  <a:schemeClr val="bg1"/>
                </a:solidFill>
              </a:rPr>
              <a:t> – Apply for compensatory off based on extra work hours/days</a:t>
            </a:r>
          </a:p>
          <a:p>
            <a:pPr marL="342900" indent="-342900">
              <a:buFont typeface="+mj-lt"/>
              <a:buAutoNum type="arabicPeriod"/>
            </a:pPr>
            <a:endParaRPr lang="en-US" sz="1600" dirty="0">
              <a:solidFill>
                <a:schemeClr val="bg1"/>
              </a:solidFill>
            </a:endParaRPr>
          </a:p>
          <a:p>
            <a:pPr marL="342900" indent="-342900">
              <a:buFont typeface="+mj-lt"/>
              <a:buAutoNum type="arabicPeriod"/>
            </a:pPr>
            <a:r>
              <a:rPr lang="en-US" sz="1600" b="1" dirty="0">
                <a:solidFill>
                  <a:schemeClr val="bg1"/>
                </a:solidFill>
              </a:rPr>
              <a:t>Compensatory Off Status</a:t>
            </a:r>
            <a:r>
              <a:rPr lang="en-US" sz="1600" dirty="0">
                <a:solidFill>
                  <a:schemeClr val="bg1"/>
                </a:solidFill>
              </a:rPr>
              <a:t> – Track approval status of compensatory off requests</a:t>
            </a:r>
          </a:p>
        </p:txBody>
      </p:sp>
    </p:spTree>
    <p:extLst>
      <p:ext uri="{BB962C8B-B14F-4D97-AF65-F5344CB8AC3E}">
        <p14:creationId xmlns:p14="http://schemas.microsoft.com/office/powerpoint/2010/main" val="127575319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827DD-40D2-47CA-3A5C-8C3AEDF1557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471796-BC5F-B98B-7DB3-DF9C3D5A6DD5}"/>
              </a:ext>
            </a:extLst>
          </p:cNvPr>
          <p:cNvSpPr>
            <a:spLocks noGrp="1"/>
          </p:cNvSpPr>
          <p:nvPr>
            <p:ph type="title"/>
          </p:nvPr>
        </p:nvSpPr>
        <p:spPr>
          <a:xfrm>
            <a:off x="3193641" y="-283533"/>
            <a:ext cx="7781544" cy="859055"/>
          </a:xfrm>
        </p:spPr>
        <p:txBody>
          <a:bodyPr>
            <a:normAutofit/>
          </a:bodyPr>
          <a:lstStyle/>
          <a:p>
            <a:r>
              <a:rPr lang="en-US" sz="3600" dirty="0"/>
              <a:t>FEATURES FOR MANAGER</a:t>
            </a:r>
          </a:p>
        </p:txBody>
      </p:sp>
      <p:sp>
        <p:nvSpPr>
          <p:cNvPr id="2" name="Slide Number Placeholder 1">
            <a:extLst>
              <a:ext uri="{FF2B5EF4-FFF2-40B4-BE49-F238E27FC236}">
                <a16:creationId xmlns:a16="http://schemas.microsoft.com/office/drawing/2014/main" id="{4E1EE0AE-B63E-B7AE-7834-5A82ACF51807}"/>
              </a:ext>
            </a:extLst>
          </p:cNvPr>
          <p:cNvSpPr>
            <a:spLocks noGrp="1"/>
          </p:cNvSpPr>
          <p:nvPr>
            <p:ph type="sldNum" sz="quarter" idx="12"/>
          </p:nvPr>
        </p:nvSpPr>
        <p:spPr/>
        <p:txBody>
          <a:bodyPr/>
          <a:lstStyle/>
          <a:p>
            <a:fld id="{C263D6C4-4840-40CC-AC84-17E24B3B7BDE}" type="slidenum">
              <a:rPr lang="en-US" smtClean="0"/>
              <a:pPr/>
              <a:t>5</a:t>
            </a:fld>
            <a:endParaRPr lang="en-US" dirty="0"/>
          </a:p>
        </p:txBody>
      </p:sp>
      <p:sp>
        <p:nvSpPr>
          <p:cNvPr id="6" name="TextBox 5">
            <a:extLst>
              <a:ext uri="{FF2B5EF4-FFF2-40B4-BE49-F238E27FC236}">
                <a16:creationId xmlns:a16="http://schemas.microsoft.com/office/drawing/2014/main" id="{61ED244D-C333-D706-442E-2DFF22C684B6}"/>
              </a:ext>
            </a:extLst>
          </p:cNvPr>
          <p:cNvSpPr txBox="1"/>
          <p:nvPr/>
        </p:nvSpPr>
        <p:spPr>
          <a:xfrm>
            <a:off x="381463" y="1129085"/>
            <a:ext cx="6702950" cy="5170646"/>
          </a:xfrm>
          <a:prstGeom prst="rect">
            <a:avLst/>
          </a:prstGeom>
          <a:noFill/>
        </p:spPr>
        <p:txBody>
          <a:bodyPr wrap="square" rtlCol="0">
            <a:spAutoFit/>
          </a:bodyPr>
          <a:lstStyle/>
          <a:p>
            <a:pPr marL="285750" indent="-285750">
              <a:buFont typeface="Wingdings" panose="05000000000000000000" pitchFamily="2" charset="2"/>
              <a:buChar char="q"/>
            </a:pPr>
            <a:r>
              <a:rPr lang="en-US" sz="1400" dirty="0">
                <a:solidFill>
                  <a:schemeClr val="bg1"/>
                </a:solidFill>
              </a:rPr>
              <a:t>Approve Section:-</a:t>
            </a:r>
          </a:p>
          <a:p>
            <a:endParaRPr lang="en-US" sz="1400" dirty="0">
              <a:solidFill>
                <a:schemeClr val="bg1"/>
              </a:solidFill>
            </a:endParaRPr>
          </a:p>
          <a:p>
            <a:pPr marL="342900" indent="-342900">
              <a:buFont typeface="+mj-lt"/>
              <a:buAutoNum type="arabicPeriod"/>
            </a:pPr>
            <a:r>
              <a:rPr lang="en-US" sz="1400" b="1" dirty="0">
                <a:solidFill>
                  <a:schemeClr val="bg1"/>
                </a:solidFill>
              </a:rPr>
              <a:t>Approve Leave Requests </a:t>
            </a:r>
            <a:r>
              <a:rPr lang="en-US" sz="1400" dirty="0">
                <a:solidFill>
                  <a:schemeClr val="bg1"/>
                </a:solidFill>
              </a:rPr>
              <a:t>– Review and approve/reject employee leave applications</a:t>
            </a:r>
          </a:p>
          <a:p>
            <a:pPr marL="342900" indent="-342900">
              <a:buFont typeface="+mj-lt"/>
              <a:buAutoNum type="arabicPeriod"/>
            </a:pPr>
            <a:r>
              <a:rPr lang="en-US" sz="1400" b="1" dirty="0">
                <a:solidFill>
                  <a:schemeClr val="bg1"/>
                </a:solidFill>
              </a:rPr>
              <a:t>Approve Leave Cancellation </a:t>
            </a:r>
            <a:r>
              <a:rPr lang="en-US" sz="1400" dirty="0">
                <a:solidFill>
                  <a:schemeClr val="bg1"/>
                </a:solidFill>
              </a:rPr>
              <a:t>– Handle cancellation requests submitted by employees</a:t>
            </a:r>
          </a:p>
          <a:p>
            <a:pPr marL="342900" indent="-342900">
              <a:buFont typeface="+mj-lt"/>
              <a:buAutoNum type="arabicPeriod"/>
            </a:pPr>
            <a:r>
              <a:rPr lang="en-US" sz="1400" b="1" dirty="0">
                <a:solidFill>
                  <a:schemeClr val="bg1"/>
                </a:solidFill>
              </a:rPr>
              <a:t>Approve Compensatory Off </a:t>
            </a:r>
            <a:r>
              <a:rPr lang="en-US" sz="1400" dirty="0">
                <a:solidFill>
                  <a:schemeClr val="bg1"/>
                </a:solidFill>
              </a:rPr>
              <a:t>– Validate and approve compensatory off requests</a:t>
            </a:r>
          </a:p>
          <a:p>
            <a:pPr marL="342900" indent="-342900">
              <a:buFont typeface="+mj-lt"/>
              <a:buAutoNum type="arabicPeriod"/>
            </a:pPr>
            <a:endParaRPr lang="en-US" sz="1400" dirty="0">
              <a:solidFill>
                <a:schemeClr val="bg1"/>
              </a:solidFill>
            </a:endParaRPr>
          </a:p>
          <a:p>
            <a:pPr marL="285750" indent="-285750">
              <a:buFont typeface="Wingdings" panose="05000000000000000000" pitchFamily="2" charset="2"/>
              <a:buChar char="q"/>
            </a:pPr>
            <a:r>
              <a:rPr lang="en-US" sz="1400" dirty="0">
                <a:solidFill>
                  <a:schemeClr val="bg1"/>
                </a:solidFill>
              </a:rPr>
              <a:t>Report Section:-</a:t>
            </a:r>
          </a:p>
          <a:p>
            <a:endParaRPr lang="en-US" sz="1400" dirty="0">
              <a:solidFill>
                <a:schemeClr val="bg1"/>
              </a:solidFill>
            </a:endParaRPr>
          </a:p>
          <a:p>
            <a:pPr marL="342900" indent="-342900">
              <a:buFont typeface="+mj-lt"/>
              <a:buAutoNum type="arabicPeriod"/>
            </a:pPr>
            <a:r>
              <a:rPr lang="en-US" sz="1400" b="1" dirty="0">
                <a:solidFill>
                  <a:schemeClr val="bg1"/>
                </a:solidFill>
              </a:rPr>
              <a:t>Schedule Leave</a:t>
            </a:r>
            <a:r>
              <a:rPr lang="en-US" sz="1400" dirty="0">
                <a:solidFill>
                  <a:schemeClr val="bg1"/>
                </a:solidFill>
              </a:rPr>
              <a:t> – Generate reports on scheduled leaves for planning</a:t>
            </a:r>
          </a:p>
          <a:p>
            <a:pPr marL="342900" indent="-342900">
              <a:buFont typeface="+mj-lt"/>
              <a:buAutoNum type="arabicPeriod"/>
            </a:pPr>
            <a:r>
              <a:rPr lang="en-US" sz="1400" b="1" dirty="0">
                <a:solidFill>
                  <a:schemeClr val="bg1"/>
                </a:solidFill>
              </a:rPr>
              <a:t>Cancel Leave </a:t>
            </a:r>
            <a:r>
              <a:rPr lang="en-US" sz="1400" dirty="0">
                <a:solidFill>
                  <a:schemeClr val="bg1"/>
                </a:solidFill>
              </a:rPr>
              <a:t>– Track and report cancelled leave requests</a:t>
            </a:r>
          </a:p>
          <a:p>
            <a:pPr marL="342900" indent="-342900">
              <a:buFont typeface="+mj-lt"/>
              <a:buAutoNum type="arabicPeriod"/>
            </a:pPr>
            <a:endParaRPr lang="en-US" sz="1400" dirty="0">
              <a:solidFill>
                <a:schemeClr val="bg1"/>
              </a:solidFill>
            </a:endParaRPr>
          </a:p>
          <a:p>
            <a:pPr marL="285750" indent="-285750">
              <a:buFont typeface="Wingdings" panose="05000000000000000000" pitchFamily="2" charset="2"/>
              <a:buChar char="q"/>
            </a:pPr>
            <a:r>
              <a:rPr lang="en-US" sz="1400" dirty="0">
                <a:solidFill>
                  <a:schemeClr val="bg1"/>
                </a:solidFill>
              </a:rPr>
              <a:t>View Section:-</a:t>
            </a:r>
          </a:p>
          <a:p>
            <a:endParaRPr lang="en-US" sz="1400" dirty="0">
              <a:solidFill>
                <a:schemeClr val="bg1"/>
              </a:solidFill>
            </a:endParaRPr>
          </a:p>
          <a:p>
            <a:pPr marL="342900" indent="-342900">
              <a:buFont typeface="+mj-lt"/>
              <a:buAutoNum type="arabicPeriod"/>
            </a:pPr>
            <a:r>
              <a:rPr lang="en-US" sz="1400" b="1" dirty="0">
                <a:solidFill>
                  <a:schemeClr val="bg1"/>
                </a:solidFill>
              </a:rPr>
              <a:t>Leave Balance</a:t>
            </a:r>
            <a:r>
              <a:rPr lang="en-US" sz="1400" dirty="0">
                <a:solidFill>
                  <a:schemeClr val="bg1"/>
                </a:solidFill>
              </a:rPr>
              <a:t> – Access employee leave balances for decision‑making</a:t>
            </a:r>
          </a:p>
          <a:p>
            <a:pPr marL="342900" indent="-342900">
              <a:buFont typeface="+mj-lt"/>
              <a:buAutoNum type="arabicPeriod"/>
            </a:pPr>
            <a:r>
              <a:rPr lang="en-US" sz="1400" b="1" dirty="0">
                <a:solidFill>
                  <a:schemeClr val="bg1"/>
                </a:solidFill>
              </a:rPr>
              <a:t>Absence History </a:t>
            </a:r>
            <a:r>
              <a:rPr lang="en-US" sz="1400" dirty="0">
                <a:solidFill>
                  <a:schemeClr val="bg1"/>
                </a:solidFill>
              </a:rPr>
              <a:t>– Review detailed absence records of employees</a:t>
            </a:r>
          </a:p>
          <a:p>
            <a:pPr marL="342900" indent="-342900">
              <a:buFont typeface="+mj-lt"/>
              <a:buAutoNum type="arabicPeriod"/>
            </a:pPr>
            <a:endParaRPr lang="en-US" sz="1400" dirty="0">
              <a:solidFill>
                <a:schemeClr val="bg1"/>
              </a:solidFill>
            </a:endParaRPr>
          </a:p>
          <a:p>
            <a:pPr marL="342900" indent="-342900">
              <a:buFont typeface="Wingdings" panose="05000000000000000000" pitchFamily="2" charset="2"/>
              <a:buChar char="q"/>
            </a:pPr>
            <a:r>
              <a:rPr lang="en-US" sz="1400" dirty="0">
                <a:solidFill>
                  <a:schemeClr val="bg1"/>
                </a:solidFill>
              </a:rPr>
              <a:t>Absence Analytics</a:t>
            </a:r>
          </a:p>
          <a:p>
            <a:endParaRPr lang="en-US" sz="1400" dirty="0">
              <a:solidFill>
                <a:schemeClr val="bg1"/>
              </a:solidFill>
            </a:endParaRPr>
          </a:p>
          <a:p>
            <a:pPr marL="285750" indent="-285750">
              <a:buFont typeface="Arial" panose="020B0604020202020204" pitchFamily="34" charset="0"/>
              <a:buChar char="•"/>
            </a:pPr>
            <a:r>
              <a:rPr lang="en-US" sz="1400" dirty="0">
                <a:solidFill>
                  <a:schemeClr val="bg1"/>
                </a:solidFill>
              </a:rPr>
              <a:t>Analyze leave trends, team availability, and absence patterns for better workforce planning</a:t>
            </a:r>
          </a:p>
        </p:txBody>
      </p:sp>
    </p:spTree>
    <p:extLst>
      <p:ext uri="{BB962C8B-B14F-4D97-AF65-F5344CB8AC3E}">
        <p14:creationId xmlns:p14="http://schemas.microsoft.com/office/powerpoint/2010/main" val="169714596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BE5BF-9922-45FB-8F3F-4446D40A051B}"/>
              </a:ext>
            </a:extLst>
          </p:cNvPr>
          <p:cNvSpPr>
            <a:spLocks noGrp="1"/>
          </p:cNvSpPr>
          <p:nvPr>
            <p:ph type="ctrTitle"/>
          </p:nvPr>
        </p:nvSpPr>
        <p:spPr/>
        <p:txBody>
          <a:bodyPr/>
          <a:lstStyle/>
          <a:p>
            <a:r>
              <a:rPr lang="en-US" dirty="0"/>
              <a:t>Thank You !!</a:t>
            </a:r>
            <a:endParaRPr lang="en-GB" dirty="0"/>
          </a:p>
        </p:txBody>
      </p:sp>
    </p:spTree>
    <p:extLst>
      <p:ext uri="{BB962C8B-B14F-4D97-AF65-F5344CB8AC3E}">
        <p14:creationId xmlns:p14="http://schemas.microsoft.com/office/powerpoint/2010/main" val="429771863"/>
      </p:ext>
    </p:extLst>
  </p:cSld>
  <p:clrMapOvr>
    <a:masterClrMapping/>
  </p:clrMapOvr>
  <p:transition spd="slow">
    <p:wipe/>
  </p:transition>
</p:sld>
</file>

<file path=ppt/theme/theme1.xml><?xml version="1.0" encoding="utf-8"?>
<a:theme xmlns:a="http://schemas.openxmlformats.org/drawingml/2006/main" name="Office Theme">
  <a:themeElements>
    <a:clrScheme name="Custom 12">
      <a:dk1>
        <a:srgbClr val="000000"/>
      </a:dk1>
      <a:lt1>
        <a:srgbClr val="FFFFFF"/>
      </a:lt1>
      <a:dk2>
        <a:srgbClr val="6D6E71"/>
      </a:dk2>
      <a:lt2>
        <a:srgbClr val="58595B"/>
      </a:lt2>
      <a:accent1>
        <a:srgbClr val="0065A4"/>
      </a:accent1>
      <a:accent2>
        <a:srgbClr val="47C3D3"/>
      </a:accent2>
      <a:accent3>
        <a:srgbClr val="8F2D63"/>
      </a:accent3>
      <a:accent4>
        <a:srgbClr val="1A6871"/>
      </a:accent4>
      <a:accent5>
        <a:srgbClr val="0C4360"/>
      </a:accent5>
      <a:accent6>
        <a:srgbClr val="F47735"/>
      </a:accent6>
      <a:hlink>
        <a:srgbClr val="00559A"/>
      </a:hlink>
      <a:folHlink>
        <a:srgbClr val="595851"/>
      </a:folHlink>
    </a:clrScheme>
    <a:fontScheme name="Custom 3">
      <a:majorFont>
        <a:latin typeface="Trebuchet MS"/>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66687569_Modern blue presentation_AAS_v5" id="{C7B59113-CD15-4341-96CA-86E715D5BE98}" vid="{5A8FDAEB-3DF3-4B3C-A708-49813F8D6F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291512c1ee715ab617f4c07df79fc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256c27c40ca5c40ce1cf6c44f0205df"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5757914-1161-4661-9696-421FD6935CDD}">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5B26E0C9-B2AA-42E6-97B6-E1B7D9EAF129}">
  <ds:schemaRefs>
    <ds:schemaRef ds:uri="http://schemas.microsoft.com/sharepoint/v3/contenttype/forms"/>
  </ds:schemaRefs>
</ds:datastoreItem>
</file>

<file path=customXml/itemProps3.xml><?xml version="1.0" encoding="utf-8"?>
<ds:datastoreItem xmlns:ds="http://schemas.openxmlformats.org/officeDocument/2006/customXml" ds:itemID="{4C103400-4A22-4E35-B588-4C4D4263895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Modern blue presentation</Template>
  <TotalTime>626</TotalTime>
  <Words>403</Words>
  <Application>Microsoft Office PowerPoint</Application>
  <PresentationFormat>Widescreen</PresentationFormat>
  <Paragraphs>59</Paragraphs>
  <Slides>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Arial</vt:lpstr>
      <vt:lpstr>Calibri</vt:lpstr>
      <vt:lpstr>Trade Gothic LT Pro</vt:lpstr>
      <vt:lpstr>Trebuchet MS</vt:lpstr>
      <vt:lpstr>Wingdings</vt:lpstr>
      <vt:lpstr>Office Theme</vt:lpstr>
      <vt:lpstr>LEAVE REQUEST MANAGEMENT SYSTEM</vt:lpstr>
      <vt:lpstr>PROBLEM STATEMENT</vt:lpstr>
      <vt:lpstr>SOLUTION</vt:lpstr>
      <vt:lpstr>FEATURES FOR EMPLOYEE</vt:lpstr>
      <vt:lpstr>FEATURES FOR MANAGER</vt:lpstr>
      <vt:lpstr>Thank You !!</vt:lpstr>
    </vt:vector>
  </TitlesOfParts>
  <Company>Cognizant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Shiravale, Sahil (Cognizant)</dc:creator>
  <cp:lastModifiedBy>Shiravale, Sahil (Cognizant)</cp:lastModifiedBy>
  <cp:revision>1</cp:revision>
  <dcterms:created xsi:type="dcterms:W3CDTF">2025-12-16T05:14:00Z</dcterms:created>
  <dcterms:modified xsi:type="dcterms:W3CDTF">2025-12-16T15:40:40Z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